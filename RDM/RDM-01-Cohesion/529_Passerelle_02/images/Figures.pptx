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68" r:id="rId4"/>
    <p:sldId id="256" r:id="rId5"/>
    <p:sldId id="270" r:id="rId6"/>
    <p:sldId id="257" r:id="rId7"/>
    <p:sldId id="261" r:id="rId8"/>
    <p:sldId id="262" r:id="rId9"/>
    <p:sldId id="259" r:id="rId10"/>
    <p:sldId id="258" r:id="rId11"/>
    <p:sldId id="265" r:id="rId12"/>
    <p:sldId id="266" r:id="rId13"/>
    <p:sldId id="263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>
        <p:scale>
          <a:sx n="125" d="100"/>
          <a:sy n="125" d="100"/>
        </p:scale>
        <p:origin x="-524" y="-1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28/09/2026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18" Type="http://schemas.openxmlformats.org/officeDocument/2006/relationships/image" Target="../media/image17.png"/><Relationship Id="rId3" Type="http://schemas.openxmlformats.org/officeDocument/2006/relationships/image" Target="../media/image14.png"/><Relationship Id="rId21" Type="http://schemas.openxmlformats.org/officeDocument/2006/relationships/image" Target="../media/image20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0.png"/><Relationship Id="rId15" Type="http://schemas.openxmlformats.org/officeDocument/2006/relationships/image" Target="../media/image140.png"/><Relationship Id="rId23" Type="http://schemas.openxmlformats.org/officeDocument/2006/relationships/image" Target="../media/image22.png"/><Relationship Id="rId10" Type="http://schemas.openxmlformats.org/officeDocument/2006/relationships/image" Target="../media/image90.png"/><Relationship Id="rId19" Type="http://schemas.openxmlformats.org/officeDocument/2006/relationships/image" Target="../media/image18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10" Type="http://schemas.openxmlformats.org/officeDocument/2006/relationships/image" Target="../media/image33.png"/><Relationship Id="rId4" Type="http://schemas.openxmlformats.org/officeDocument/2006/relationships/image" Target="../media/image270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F718383-1EB1-4AA5-A8FE-35EF34FBE4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99209" y="63492"/>
            <a:ext cx="2880320" cy="216024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9BAA1EE-7064-4E08-ABC5-919A8D0A3BD0}"/>
              </a:ext>
            </a:extLst>
          </p:cNvPr>
          <p:cNvSpPr/>
          <p:nvPr/>
        </p:nvSpPr>
        <p:spPr>
          <a:xfrm>
            <a:off x="2484580" y="3748667"/>
            <a:ext cx="2447450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5305AA43-6180-400E-954E-AC13194639EA}"/>
              </a:ext>
            </a:extLst>
          </p:cNvPr>
          <p:cNvCxnSpPr>
            <a:cxnSpLocks/>
            <a:stCxn id="20" idx="5"/>
            <a:endCxn id="15" idx="1"/>
          </p:cNvCxnSpPr>
          <p:nvPr/>
        </p:nvCxnSpPr>
        <p:spPr>
          <a:xfrm flipH="1" flipV="1">
            <a:off x="2381933" y="2267181"/>
            <a:ext cx="1502248" cy="186980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B8132D9-4919-44CD-BD78-90AC3293EB90}"/>
              </a:ext>
            </a:extLst>
          </p:cNvPr>
          <p:cNvSpPr/>
          <p:nvPr/>
        </p:nvSpPr>
        <p:spPr>
          <a:xfrm>
            <a:off x="2165716" y="4379764"/>
            <a:ext cx="715617" cy="253235"/>
          </a:xfrm>
          <a:custGeom>
            <a:avLst/>
            <a:gdLst>
              <a:gd name="connsiteX0" fmla="*/ 0 w 715617"/>
              <a:gd name="connsiteY0" fmla="*/ 9940 h 253235"/>
              <a:gd name="connsiteX1" fmla="*/ 119269 w 715617"/>
              <a:gd name="connsiteY1" fmla="*/ 238540 h 253235"/>
              <a:gd name="connsiteX2" fmla="*/ 347869 w 715617"/>
              <a:gd name="connsiteY2" fmla="*/ 168966 h 253235"/>
              <a:gd name="connsiteX3" fmla="*/ 586409 w 715617"/>
              <a:gd name="connsiteY3" fmla="*/ 248479 h 253235"/>
              <a:gd name="connsiteX4" fmla="*/ 715617 w 715617"/>
              <a:gd name="connsiteY4" fmla="*/ 0 h 253235"/>
              <a:gd name="connsiteX5" fmla="*/ 715617 w 715617"/>
              <a:gd name="connsiteY5" fmla="*/ 0 h 25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5617" h="253235">
                <a:moveTo>
                  <a:pt x="0" y="9940"/>
                </a:moveTo>
                <a:cubicBezTo>
                  <a:pt x="30645" y="110988"/>
                  <a:pt x="61291" y="212036"/>
                  <a:pt x="119269" y="238540"/>
                </a:cubicBezTo>
                <a:cubicBezTo>
                  <a:pt x="177247" y="265044"/>
                  <a:pt x="270012" y="167310"/>
                  <a:pt x="347869" y="168966"/>
                </a:cubicBezTo>
                <a:cubicBezTo>
                  <a:pt x="425726" y="170622"/>
                  <a:pt x="525118" y="276640"/>
                  <a:pt x="586409" y="248479"/>
                </a:cubicBezTo>
                <a:cubicBezTo>
                  <a:pt x="647700" y="220318"/>
                  <a:pt x="715617" y="0"/>
                  <a:pt x="715617" y="0"/>
                </a:cubicBezTo>
                <a:lnTo>
                  <a:pt x="715617" y="0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1D188D-1ED7-4058-BD0C-7A12C76A6E85}"/>
              </a:ext>
            </a:extLst>
          </p:cNvPr>
          <p:cNvCxnSpPr/>
          <p:nvPr/>
        </p:nvCxnSpPr>
        <p:spPr>
          <a:xfrm>
            <a:off x="2483768" y="2225001"/>
            <a:ext cx="0" cy="21602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16A250A-662A-4AA7-A2B3-7BBF5EDF4D32}"/>
              </a:ext>
            </a:extLst>
          </p:cNvPr>
          <p:cNvCxnSpPr>
            <a:cxnSpLocks/>
          </p:cNvCxnSpPr>
          <p:nvPr/>
        </p:nvCxnSpPr>
        <p:spPr>
          <a:xfrm>
            <a:off x="2051720" y="4385241"/>
            <a:ext cx="86409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6DE112DC-444A-48F1-BA58-84D57198FB87}"/>
              </a:ext>
            </a:extLst>
          </p:cNvPr>
          <p:cNvSpPr/>
          <p:nvPr/>
        </p:nvSpPr>
        <p:spPr>
          <a:xfrm>
            <a:off x="2339752" y="3891135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7D5064B-1E0B-4EE9-B7E5-F093F0C1E402}"/>
              </a:ext>
            </a:extLst>
          </p:cNvPr>
          <p:cNvSpPr/>
          <p:nvPr/>
        </p:nvSpPr>
        <p:spPr>
          <a:xfrm>
            <a:off x="2339752" y="2225000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28575">
                <a:solidFill>
                  <a:schemeClr val="tx1"/>
                </a:solidFill>
              </a:ln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5848090-42AD-4F8D-A679-40E9761AE535}"/>
              </a:ext>
            </a:extLst>
          </p:cNvPr>
          <p:cNvCxnSpPr>
            <a:cxnSpLocks/>
            <a:endCxn id="14" idx="6"/>
          </p:cNvCxnSpPr>
          <p:nvPr/>
        </p:nvCxnSpPr>
        <p:spPr>
          <a:xfrm flipH="1">
            <a:off x="2627784" y="4035151"/>
            <a:ext cx="2304256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B0A917FC-8A0D-49E1-B632-ACDBAAD90B86}"/>
              </a:ext>
            </a:extLst>
          </p:cNvPr>
          <p:cNvSpPr/>
          <p:nvPr/>
        </p:nvSpPr>
        <p:spPr>
          <a:xfrm>
            <a:off x="3638330" y="3891135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28575">
                <a:solidFill>
                  <a:schemeClr val="tx1"/>
                </a:solidFill>
              </a:ln>
            </a:endParaRP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27147306-8FF7-4029-AB3A-8F36FBCD6297}"/>
              </a:ext>
            </a:extLst>
          </p:cNvPr>
          <p:cNvCxnSpPr>
            <a:cxnSpLocks/>
          </p:cNvCxnSpPr>
          <p:nvPr/>
        </p:nvCxnSpPr>
        <p:spPr>
          <a:xfrm flipH="1">
            <a:off x="2486202" y="3745297"/>
            <a:ext cx="2445828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D31E4876-D586-40DB-837F-8195AF25AF13}"/>
              </a:ext>
            </a:extLst>
          </p:cNvPr>
          <p:cNvCxnSpPr>
            <a:cxnSpLocks/>
          </p:cNvCxnSpPr>
          <p:nvPr/>
        </p:nvCxnSpPr>
        <p:spPr>
          <a:xfrm>
            <a:off x="493203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E7869810-D0B0-4087-87E4-70039B3442E3}"/>
              </a:ext>
            </a:extLst>
          </p:cNvPr>
          <p:cNvCxnSpPr>
            <a:cxnSpLocks/>
          </p:cNvCxnSpPr>
          <p:nvPr/>
        </p:nvCxnSpPr>
        <p:spPr>
          <a:xfrm>
            <a:off x="2483768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7646DE1C-AFD1-43B1-B1D0-15CA1FAD7829}"/>
              </a:ext>
            </a:extLst>
          </p:cNvPr>
          <p:cNvCxnSpPr>
            <a:cxnSpLocks/>
          </p:cNvCxnSpPr>
          <p:nvPr/>
        </p:nvCxnSpPr>
        <p:spPr>
          <a:xfrm>
            <a:off x="268779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D0424AA-0F6D-465F-A7DC-F1C086E4749C}"/>
              </a:ext>
            </a:extLst>
          </p:cNvPr>
          <p:cNvCxnSpPr>
            <a:cxnSpLocks/>
          </p:cNvCxnSpPr>
          <p:nvPr/>
        </p:nvCxnSpPr>
        <p:spPr>
          <a:xfrm>
            <a:off x="2891812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8C47318-ED44-44A4-BE7A-B54402986E5D}"/>
              </a:ext>
            </a:extLst>
          </p:cNvPr>
          <p:cNvCxnSpPr>
            <a:cxnSpLocks/>
          </p:cNvCxnSpPr>
          <p:nvPr/>
        </p:nvCxnSpPr>
        <p:spPr>
          <a:xfrm>
            <a:off x="3095834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FC40B82-501E-428F-B5C5-46AEEA745526}"/>
              </a:ext>
            </a:extLst>
          </p:cNvPr>
          <p:cNvCxnSpPr>
            <a:cxnSpLocks/>
          </p:cNvCxnSpPr>
          <p:nvPr/>
        </p:nvCxnSpPr>
        <p:spPr>
          <a:xfrm>
            <a:off x="3299856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CFAEC61E-1B8A-40DC-98F2-51D48D78B340}"/>
              </a:ext>
            </a:extLst>
          </p:cNvPr>
          <p:cNvCxnSpPr>
            <a:cxnSpLocks/>
          </p:cNvCxnSpPr>
          <p:nvPr/>
        </p:nvCxnSpPr>
        <p:spPr>
          <a:xfrm>
            <a:off x="3503878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8737942-B264-424C-9084-C3E660C78434}"/>
              </a:ext>
            </a:extLst>
          </p:cNvPr>
          <p:cNvCxnSpPr>
            <a:cxnSpLocks/>
          </p:cNvCxnSpPr>
          <p:nvPr/>
        </p:nvCxnSpPr>
        <p:spPr>
          <a:xfrm>
            <a:off x="370790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FDF0CFBD-856B-49F3-A761-ADA3D0068741}"/>
              </a:ext>
            </a:extLst>
          </p:cNvPr>
          <p:cNvCxnSpPr>
            <a:cxnSpLocks/>
          </p:cNvCxnSpPr>
          <p:nvPr/>
        </p:nvCxnSpPr>
        <p:spPr>
          <a:xfrm>
            <a:off x="3911922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A5A80F7C-B6EA-457D-90F5-E885061B5D17}"/>
              </a:ext>
            </a:extLst>
          </p:cNvPr>
          <p:cNvCxnSpPr>
            <a:cxnSpLocks/>
          </p:cNvCxnSpPr>
          <p:nvPr/>
        </p:nvCxnSpPr>
        <p:spPr>
          <a:xfrm>
            <a:off x="4115944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F9105DD1-D617-4A0B-9C21-11C314243DB2}"/>
              </a:ext>
            </a:extLst>
          </p:cNvPr>
          <p:cNvCxnSpPr>
            <a:cxnSpLocks/>
          </p:cNvCxnSpPr>
          <p:nvPr/>
        </p:nvCxnSpPr>
        <p:spPr>
          <a:xfrm>
            <a:off x="4319966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C14028FA-239A-4920-BDFB-B5D79A413174}"/>
              </a:ext>
            </a:extLst>
          </p:cNvPr>
          <p:cNvCxnSpPr>
            <a:cxnSpLocks/>
          </p:cNvCxnSpPr>
          <p:nvPr/>
        </p:nvCxnSpPr>
        <p:spPr>
          <a:xfrm>
            <a:off x="4523988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0759F1CD-362D-40F6-A65D-6A2BE1F6B2C8}"/>
              </a:ext>
            </a:extLst>
          </p:cNvPr>
          <p:cNvCxnSpPr>
            <a:cxnSpLocks/>
          </p:cNvCxnSpPr>
          <p:nvPr/>
        </p:nvCxnSpPr>
        <p:spPr>
          <a:xfrm>
            <a:off x="472801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71373DDE-05E1-48E4-8635-B709E8150BA8}"/>
                  </a:ext>
                </a:extLst>
              </p:cNvPr>
              <p:cNvSpPr txBox="1"/>
              <p:nvPr/>
            </p:nvSpPr>
            <p:spPr>
              <a:xfrm>
                <a:off x="2134634" y="3896755"/>
                <a:ext cx="15561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71373DDE-05E1-48E4-8635-B709E8150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634" y="3896755"/>
                <a:ext cx="155619" cy="215444"/>
              </a:xfrm>
              <a:prstGeom prst="rect">
                <a:avLst/>
              </a:prstGeom>
              <a:blipFill>
                <a:blip r:embed="rId3"/>
                <a:stretch>
                  <a:fillRect l="-26923" r="-19231"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82252D85-4F75-4D5C-8362-ED82F1AEE4E0}"/>
                  </a:ext>
                </a:extLst>
              </p:cNvPr>
              <p:cNvSpPr txBox="1"/>
              <p:nvPr/>
            </p:nvSpPr>
            <p:spPr>
              <a:xfrm>
                <a:off x="3699209" y="4250080"/>
                <a:ext cx="1635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82252D85-4F75-4D5C-8362-ED82F1AEE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209" y="4250080"/>
                <a:ext cx="163506" cy="215444"/>
              </a:xfrm>
              <a:prstGeom prst="rect">
                <a:avLst/>
              </a:prstGeom>
              <a:blipFill>
                <a:blip r:embed="rId4"/>
                <a:stretch>
                  <a:fillRect l="-25926" r="-18519"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9DB86B24-CE5B-4FC0-B0CD-33DDD4B6B34E}"/>
                  </a:ext>
                </a:extLst>
              </p:cNvPr>
              <p:cNvSpPr txBox="1"/>
              <p:nvPr/>
            </p:nvSpPr>
            <p:spPr>
              <a:xfrm>
                <a:off x="5025200" y="3899395"/>
                <a:ext cx="15536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9DB86B24-CE5B-4FC0-B0CD-33DDD4B6B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200" y="3899395"/>
                <a:ext cx="155363" cy="215444"/>
              </a:xfrm>
              <a:prstGeom prst="rect">
                <a:avLst/>
              </a:prstGeom>
              <a:blipFill>
                <a:blip r:embed="rId5"/>
                <a:stretch>
                  <a:fillRect l="-26923" r="-15385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EE6E73A0-EF37-455B-81DE-2C5DA8AC04E3}"/>
                  </a:ext>
                </a:extLst>
              </p:cNvPr>
              <p:cNvSpPr txBox="1"/>
              <p:nvPr/>
            </p:nvSpPr>
            <p:spPr>
              <a:xfrm>
                <a:off x="2658384" y="2238990"/>
                <a:ext cx="1703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EE6E73A0-EF37-455B-81DE-2C5DA8AC0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384" y="2238990"/>
                <a:ext cx="170368" cy="215444"/>
              </a:xfrm>
              <a:prstGeom prst="rect">
                <a:avLst/>
              </a:prstGeom>
              <a:blipFill>
                <a:blip r:embed="rId6"/>
                <a:stretch>
                  <a:fillRect l="-25000" r="-17857"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llipse 48">
            <a:extLst>
              <a:ext uri="{FF2B5EF4-FFF2-40B4-BE49-F238E27FC236}">
                <a16:creationId xmlns:a16="http://schemas.microsoft.com/office/drawing/2014/main" id="{9B758CC9-9EA5-431F-9983-B4EC544C8600}"/>
              </a:ext>
            </a:extLst>
          </p:cNvPr>
          <p:cNvSpPr/>
          <p:nvPr/>
        </p:nvSpPr>
        <p:spPr>
          <a:xfrm>
            <a:off x="2113936" y="3058067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n w="28575">
                  <a:noFill/>
                </a:ln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1960DE9-AD7E-4AB7-8D12-146F75A56E07}"/>
              </a:ext>
            </a:extLst>
          </p:cNvPr>
          <p:cNvSpPr/>
          <p:nvPr/>
        </p:nvSpPr>
        <p:spPr>
          <a:xfrm>
            <a:off x="4600222" y="4102092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n w="28575">
                  <a:noFill/>
                </a:ln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1D0723B3-8E9D-4079-8A55-F06E75EE2806}"/>
              </a:ext>
            </a:extLst>
          </p:cNvPr>
          <p:cNvSpPr/>
          <p:nvPr/>
        </p:nvSpPr>
        <p:spPr>
          <a:xfrm>
            <a:off x="3155840" y="2824671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n w="28575">
                  <a:noFill/>
                </a:ln>
                <a:solidFill>
                  <a:srgbClr val="C00000"/>
                </a:solidFill>
              </a:rPr>
              <a:t>2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FE86F56-6533-47A0-BC73-391D7F6BCF12}"/>
              </a:ext>
            </a:extLst>
          </p:cNvPr>
          <p:cNvGrpSpPr/>
          <p:nvPr/>
        </p:nvGrpSpPr>
        <p:grpSpPr>
          <a:xfrm rot="5400000">
            <a:off x="1622556" y="2052840"/>
            <a:ext cx="864096" cy="570296"/>
            <a:chOff x="2302689" y="5013176"/>
            <a:chExt cx="864096" cy="570296"/>
          </a:xfrm>
        </p:grpSpPr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DF2F6DFC-F669-453A-B460-A4BC327E6A15}"/>
                </a:ext>
              </a:extLst>
            </p:cNvPr>
            <p:cNvSpPr/>
            <p:nvPr/>
          </p:nvSpPr>
          <p:spPr>
            <a:xfrm>
              <a:off x="2416685" y="5330237"/>
              <a:ext cx="715617" cy="253235"/>
            </a:xfrm>
            <a:custGeom>
              <a:avLst/>
              <a:gdLst>
                <a:gd name="connsiteX0" fmla="*/ 0 w 715617"/>
                <a:gd name="connsiteY0" fmla="*/ 9940 h 253235"/>
                <a:gd name="connsiteX1" fmla="*/ 119269 w 715617"/>
                <a:gd name="connsiteY1" fmla="*/ 238540 h 253235"/>
                <a:gd name="connsiteX2" fmla="*/ 347869 w 715617"/>
                <a:gd name="connsiteY2" fmla="*/ 168966 h 253235"/>
                <a:gd name="connsiteX3" fmla="*/ 586409 w 715617"/>
                <a:gd name="connsiteY3" fmla="*/ 248479 h 253235"/>
                <a:gd name="connsiteX4" fmla="*/ 715617 w 715617"/>
                <a:gd name="connsiteY4" fmla="*/ 0 h 253235"/>
                <a:gd name="connsiteX5" fmla="*/ 715617 w 715617"/>
                <a:gd name="connsiteY5" fmla="*/ 0 h 253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617" h="253235">
                  <a:moveTo>
                    <a:pt x="0" y="9940"/>
                  </a:moveTo>
                  <a:cubicBezTo>
                    <a:pt x="30645" y="110988"/>
                    <a:pt x="61291" y="212036"/>
                    <a:pt x="119269" y="238540"/>
                  </a:cubicBezTo>
                  <a:cubicBezTo>
                    <a:pt x="177247" y="265044"/>
                    <a:pt x="270012" y="167310"/>
                    <a:pt x="347869" y="168966"/>
                  </a:cubicBezTo>
                  <a:cubicBezTo>
                    <a:pt x="425726" y="170622"/>
                    <a:pt x="525118" y="276640"/>
                    <a:pt x="586409" y="248479"/>
                  </a:cubicBezTo>
                  <a:cubicBezTo>
                    <a:pt x="647700" y="220318"/>
                    <a:pt x="715617" y="0"/>
                    <a:pt x="715617" y="0"/>
                  </a:cubicBezTo>
                  <a:lnTo>
                    <a:pt x="715617" y="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A0DB2F06-E721-4B8D-81B5-5A7F39E051BF}"/>
                </a:ext>
              </a:extLst>
            </p:cNvPr>
            <p:cNvCxnSpPr>
              <a:cxnSpLocks/>
            </p:cNvCxnSpPr>
            <p:nvPr/>
          </p:nvCxnSpPr>
          <p:spPr>
            <a:xfrm>
              <a:off x="2302689" y="5335714"/>
              <a:ext cx="86409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51">
              <a:extLst>
                <a:ext uri="{FF2B5EF4-FFF2-40B4-BE49-F238E27FC236}">
                  <a16:creationId xmlns:a16="http://schemas.microsoft.com/office/drawing/2014/main" id="{424C4AB6-C9B2-436E-A0C2-6483DC1157F1}"/>
                </a:ext>
              </a:extLst>
            </p:cNvPr>
            <p:cNvCxnSpPr>
              <a:cxnSpLocks/>
            </p:cNvCxnSpPr>
            <p:nvPr/>
          </p:nvCxnSpPr>
          <p:spPr>
            <a:xfrm>
              <a:off x="2766257" y="5013176"/>
              <a:ext cx="0" cy="31706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0201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BCC8-C02D-B154-F292-EF62D222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B77104E-FD2A-05EC-49ED-6B8137C64AC2}"/>
              </a:ext>
            </a:extLst>
          </p:cNvPr>
          <p:cNvSpPr/>
          <p:nvPr/>
        </p:nvSpPr>
        <p:spPr>
          <a:xfrm>
            <a:off x="2484580" y="3748667"/>
            <a:ext cx="2447450" cy="288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7571D64-C99E-6C4B-C928-667B95EDD5C3}"/>
              </a:ext>
            </a:extLst>
          </p:cNvPr>
          <p:cNvCxnSpPr>
            <a:cxnSpLocks/>
          </p:cNvCxnSpPr>
          <p:nvPr/>
        </p:nvCxnSpPr>
        <p:spPr>
          <a:xfrm flipH="1" flipV="1">
            <a:off x="3002664" y="3148048"/>
            <a:ext cx="716181" cy="891411"/>
          </a:xfrm>
          <a:prstGeom prst="line">
            <a:avLst/>
          </a:prstGeom>
          <a:ln w="28575"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EE0C7658-DF6F-DF42-2B5D-CBA155F57400}"/>
              </a:ext>
            </a:extLst>
          </p:cNvPr>
          <p:cNvSpPr/>
          <p:nvPr/>
        </p:nvSpPr>
        <p:spPr>
          <a:xfrm>
            <a:off x="2165716" y="4379764"/>
            <a:ext cx="715617" cy="253235"/>
          </a:xfrm>
          <a:custGeom>
            <a:avLst/>
            <a:gdLst>
              <a:gd name="connsiteX0" fmla="*/ 0 w 715617"/>
              <a:gd name="connsiteY0" fmla="*/ 9940 h 253235"/>
              <a:gd name="connsiteX1" fmla="*/ 119269 w 715617"/>
              <a:gd name="connsiteY1" fmla="*/ 238540 h 253235"/>
              <a:gd name="connsiteX2" fmla="*/ 347869 w 715617"/>
              <a:gd name="connsiteY2" fmla="*/ 168966 h 253235"/>
              <a:gd name="connsiteX3" fmla="*/ 586409 w 715617"/>
              <a:gd name="connsiteY3" fmla="*/ 248479 h 253235"/>
              <a:gd name="connsiteX4" fmla="*/ 715617 w 715617"/>
              <a:gd name="connsiteY4" fmla="*/ 0 h 253235"/>
              <a:gd name="connsiteX5" fmla="*/ 715617 w 715617"/>
              <a:gd name="connsiteY5" fmla="*/ 0 h 25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5617" h="253235">
                <a:moveTo>
                  <a:pt x="0" y="9940"/>
                </a:moveTo>
                <a:cubicBezTo>
                  <a:pt x="30645" y="110988"/>
                  <a:pt x="61291" y="212036"/>
                  <a:pt x="119269" y="238540"/>
                </a:cubicBezTo>
                <a:cubicBezTo>
                  <a:pt x="177247" y="265044"/>
                  <a:pt x="270012" y="167310"/>
                  <a:pt x="347869" y="168966"/>
                </a:cubicBezTo>
                <a:cubicBezTo>
                  <a:pt x="425726" y="170622"/>
                  <a:pt x="525118" y="276640"/>
                  <a:pt x="586409" y="248479"/>
                </a:cubicBezTo>
                <a:cubicBezTo>
                  <a:pt x="647700" y="220318"/>
                  <a:pt x="715617" y="0"/>
                  <a:pt x="715617" y="0"/>
                </a:cubicBezTo>
                <a:lnTo>
                  <a:pt x="715617" y="0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86C1B719-EC78-A1C2-C293-DC3BCF015AE7}"/>
              </a:ext>
            </a:extLst>
          </p:cNvPr>
          <p:cNvCxnSpPr>
            <a:cxnSpLocks/>
          </p:cNvCxnSpPr>
          <p:nvPr/>
        </p:nvCxnSpPr>
        <p:spPr>
          <a:xfrm>
            <a:off x="2483768" y="4179167"/>
            <a:ext cx="0" cy="2060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7F1B1D3-5C44-259E-6FED-DC5401374E9C}"/>
              </a:ext>
            </a:extLst>
          </p:cNvPr>
          <p:cNvCxnSpPr>
            <a:cxnSpLocks/>
          </p:cNvCxnSpPr>
          <p:nvPr/>
        </p:nvCxnSpPr>
        <p:spPr>
          <a:xfrm>
            <a:off x="2051720" y="4385241"/>
            <a:ext cx="86409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9C07AF14-42B7-74D2-3F0B-822EA2596399}"/>
              </a:ext>
            </a:extLst>
          </p:cNvPr>
          <p:cNvSpPr/>
          <p:nvPr/>
        </p:nvSpPr>
        <p:spPr>
          <a:xfrm>
            <a:off x="2339752" y="3891135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28575">
                <a:solidFill>
                  <a:schemeClr val="tx1"/>
                </a:solidFill>
              </a:ln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68B864D-9CD6-B096-906F-EC1BC2E8EBDA}"/>
              </a:ext>
            </a:extLst>
          </p:cNvPr>
          <p:cNvCxnSpPr>
            <a:cxnSpLocks/>
            <a:endCxn id="14" idx="6"/>
          </p:cNvCxnSpPr>
          <p:nvPr/>
        </p:nvCxnSpPr>
        <p:spPr>
          <a:xfrm flipH="1">
            <a:off x="2627784" y="4035151"/>
            <a:ext cx="2304256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9760759-3577-FCC9-B21E-E743A7C6F933}"/>
              </a:ext>
            </a:extLst>
          </p:cNvPr>
          <p:cNvCxnSpPr>
            <a:cxnSpLocks/>
          </p:cNvCxnSpPr>
          <p:nvPr/>
        </p:nvCxnSpPr>
        <p:spPr>
          <a:xfrm flipH="1">
            <a:off x="2486202" y="3745297"/>
            <a:ext cx="2445828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FA360007-0C6B-3AFE-3D47-486777177C3F}"/>
              </a:ext>
            </a:extLst>
          </p:cNvPr>
          <p:cNvCxnSpPr>
            <a:cxnSpLocks/>
          </p:cNvCxnSpPr>
          <p:nvPr/>
        </p:nvCxnSpPr>
        <p:spPr>
          <a:xfrm>
            <a:off x="493203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CCA0F84E-8397-AD45-E009-E2E0E662AD99}"/>
              </a:ext>
            </a:extLst>
          </p:cNvPr>
          <p:cNvCxnSpPr>
            <a:cxnSpLocks/>
          </p:cNvCxnSpPr>
          <p:nvPr/>
        </p:nvCxnSpPr>
        <p:spPr>
          <a:xfrm>
            <a:off x="2483768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8D794585-2855-05A4-080F-4CB329572A0F}"/>
              </a:ext>
            </a:extLst>
          </p:cNvPr>
          <p:cNvCxnSpPr>
            <a:cxnSpLocks/>
          </p:cNvCxnSpPr>
          <p:nvPr/>
        </p:nvCxnSpPr>
        <p:spPr>
          <a:xfrm>
            <a:off x="268779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49336F7-7718-9A4C-6D49-4DCDD2DD1306}"/>
              </a:ext>
            </a:extLst>
          </p:cNvPr>
          <p:cNvCxnSpPr>
            <a:cxnSpLocks/>
          </p:cNvCxnSpPr>
          <p:nvPr/>
        </p:nvCxnSpPr>
        <p:spPr>
          <a:xfrm>
            <a:off x="2891812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EAE8003-CEBC-6D7F-C804-A3233696FAB7}"/>
              </a:ext>
            </a:extLst>
          </p:cNvPr>
          <p:cNvCxnSpPr>
            <a:cxnSpLocks/>
          </p:cNvCxnSpPr>
          <p:nvPr/>
        </p:nvCxnSpPr>
        <p:spPr>
          <a:xfrm>
            <a:off x="3095834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1B49A346-B50F-179A-D09F-D54F14FEC0E9}"/>
              </a:ext>
            </a:extLst>
          </p:cNvPr>
          <p:cNvCxnSpPr>
            <a:cxnSpLocks/>
          </p:cNvCxnSpPr>
          <p:nvPr/>
        </p:nvCxnSpPr>
        <p:spPr>
          <a:xfrm>
            <a:off x="3299856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8AB74627-9F44-6CE8-C239-085A27663CCF}"/>
              </a:ext>
            </a:extLst>
          </p:cNvPr>
          <p:cNvCxnSpPr>
            <a:cxnSpLocks/>
          </p:cNvCxnSpPr>
          <p:nvPr/>
        </p:nvCxnSpPr>
        <p:spPr>
          <a:xfrm>
            <a:off x="3503878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B51B8B8-2A4C-AF1E-C3A8-01B5416D2B3E}"/>
              </a:ext>
            </a:extLst>
          </p:cNvPr>
          <p:cNvCxnSpPr>
            <a:cxnSpLocks/>
          </p:cNvCxnSpPr>
          <p:nvPr/>
        </p:nvCxnSpPr>
        <p:spPr>
          <a:xfrm>
            <a:off x="370790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0D917822-EF76-7984-E441-F6AEA8996A30}"/>
              </a:ext>
            </a:extLst>
          </p:cNvPr>
          <p:cNvCxnSpPr>
            <a:cxnSpLocks/>
          </p:cNvCxnSpPr>
          <p:nvPr/>
        </p:nvCxnSpPr>
        <p:spPr>
          <a:xfrm>
            <a:off x="3911922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4C47AE2-0586-0BFE-6ADD-6D82ABBCA457}"/>
              </a:ext>
            </a:extLst>
          </p:cNvPr>
          <p:cNvCxnSpPr>
            <a:cxnSpLocks/>
          </p:cNvCxnSpPr>
          <p:nvPr/>
        </p:nvCxnSpPr>
        <p:spPr>
          <a:xfrm>
            <a:off x="4115944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32E1BF6-996D-ABC7-0F4E-61EDADAFB00C}"/>
              </a:ext>
            </a:extLst>
          </p:cNvPr>
          <p:cNvCxnSpPr>
            <a:cxnSpLocks/>
          </p:cNvCxnSpPr>
          <p:nvPr/>
        </p:nvCxnSpPr>
        <p:spPr>
          <a:xfrm>
            <a:off x="4319966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633306B2-16DE-EB16-8B30-32F292AE96D1}"/>
              </a:ext>
            </a:extLst>
          </p:cNvPr>
          <p:cNvCxnSpPr>
            <a:cxnSpLocks/>
          </p:cNvCxnSpPr>
          <p:nvPr/>
        </p:nvCxnSpPr>
        <p:spPr>
          <a:xfrm>
            <a:off x="4523988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E01C7C96-9219-D114-1E62-97973A8CBA94}"/>
              </a:ext>
            </a:extLst>
          </p:cNvPr>
          <p:cNvCxnSpPr>
            <a:cxnSpLocks/>
          </p:cNvCxnSpPr>
          <p:nvPr/>
        </p:nvCxnSpPr>
        <p:spPr>
          <a:xfrm>
            <a:off x="4728010" y="3746208"/>
            <a:ext cx="0" cy="289854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0F065BFB-7056-B5E3-8374-A72AA378EE3E}"/>
                  </a:ext>
                </a:extLst>
              </p:cNvPr>
              <p:cNvSpPr txBox="1"/>
              <p:nvPr/>
            </p:nvSpPr>
            <p:spPr>
              <a:xfrm>
                <a:off x="2134634" y="3896755"/>
                <a:ext cx="15561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71373DDE-05E1-48E4-8635-B709E8150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634" y="3896755"/>
                <a:ext cx="155619" cy="215444"/>
              </a:xfrm>
              <a:prstGeom prst="rect">
                <a:avLst/>
              </a:prstGeom>
              <a:blipFill>
                <a:blip r:embed="rId3"/>
                <a:stretch>
                  <a:fillRect l="-26923" r="-19231"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3B365CC7-40B6-816B-EA73-2627CA662FAD}"/>
                  </a:ext>
                </a:extLst>
              </p:cNvPr>
              <p:cNvSpPr txBox="1"/>
              <p:nvPr/>
            </p:nvSpPr>
            <p:spPr>
              <a:xfrm>
                <a:off x="3503878" y="4083848"/>
                <a:ext cx="1635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3B365CC7-40B6-816B-EA73-2627CA662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878" y="4083848"/>
                <a:ext cx="163506" cy="215444"/>
              </a:xfrm>
              <a:prstGeom prst="rect">
                <a:avLst/>
              </a:prstGeom>
              <a:blipFill>
                <a:blip r:embed="rId4"/>
                <a:stretch>
                  <a:fillRect l="-25926" r="-18519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A7D4AF6A-5FE3-CA6A-3F29-1C4C9835C1C2}"/>
                  </a:ext>
                </a:extLst>
              </p:cNvPr>
              <p:cNvSpPr txBox="1"/>
              <p:nvPr/>
            </p:nvSpPr>
            <p:spPr>
              <a:xfrm>
                <a:off x="5025200" y="3899395"/>
                <a:ext cx="15536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9DB86B24-CE5B-4FC0-B0CD-33DDD4B6B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200" y="3899395"/>
                <a:ext cx="155363" cy="215444"/>
              </a:xfrm>
              <a:prstGeom prst="rect">
                <a:avLst/>
              </a:prstGeom>
              <a:blipFill>
                <a:blip r:embed="rId5"/>
                <a:stretch>
                  <a:fillRect l="-26923" r="-15385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llipse 48">
            <a:extLst>
              <a:ext uri="{FF2B5EF4-FFF2-40B4-BE49-F238E27FC236}">
                <a16:creationId xmlns:a16="http://schemas.microsoft.com/office/drawing/2014/main" id="{5E8EF759-3112-600A-C4EE-DC6A2B4CD414}"/>
              </a:ext>
            </a:extLst>
          </p:cNvPr>
          <p:cNvSpPr/>
          <p:nvPr/>
        </p:nvSpPr>
        <p:spPr>
          <a:xfrm>
            <a:off x="1909570" y="4258608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n w="28575">
                  <a:noFill/>
                </a:ln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F550ED9C-0C38-3572-C34C-3395954C4307}"/>
              </a:ext>
            </a:extLst>
          </p:cNvPr>
          <p:cNvSpPr/>
          <p:nvPr/>
        </p:nvSpPr>
        <p:spPr>
          <a:xfrm>
            <a:off x="4600222" y="4102092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n w="28575">
                  <a:noFill/>
                </a:ln>
                <a:solidFill>
                  <a:srgbClr val="7030A0"/>
                </a:solidFill>
              </a:rPr>
              <a:t>1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7125FD40-D683-7E00-2014-B893DF6526A9}"/>
              </a:ext>
            </a:extLst>
          </p:cNvPr>
          <p:cNvGrpSpPr/>
          <p:nvPr/>
        </p:nvGrpSpPr>
        <p:grpSpPr>
          <a:xfrm>
            <a:off x="2391415" y="1621163"/>
            <a:ext cx="2108577" cy="2103915"/>
            <a:chOff x="1475656" y="1155984"/>
            <a:chExt cx="1412042" cy="1408921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6D582D7F-0707-233F-B20F-3E6A6D71BB93}"/>
                </a:ext>
              </a:extLst>
            </p:cNvPr>
            <p:cNvGrpSpPr/>
            <p:nvPr/>
          </p:nvGrpSpPr>
          <p:grpSpPr>
            <a:xfrm>
              <a:off x="1475656" y="1187843"/>
              <a:ext cx="1296144" cy="1377062"/>
              <a:chOff x="395536" y="1187843"/>
              <a:chExt cx="1296144" cy="1377062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F63FF6E9-2A16-C12B-8538-EA990570FF76}"/>
                  </a:ext>
                </a:extLst>
              </p:cNvPr>
              <p:cNvGrpSpPr/>
              <p:nvPr/>
            </p:nvGrpSpPr>
            <p:grpSpPr>
              <a:xfrm>
                <a:off x="971600" y="1268760"/>
                <a:ext cx="720080" cy="720080"/>
                <a:chOff x="971600" y="1268760"/>
                <a:chExt cx="720080" cy="720080"/>
              </a:xfrm>
            </p:grpSpPr>
            <p:cxnSp>
              <p:nvCxnSpPr>
                <p:cNvPr id="56" name="Connecteur droit avec flèche 55">
                  <a:extLst>
                    <a:ext uri="{FF2B5EF4-FFF2-40B4-BE49-F238E27FC236}">
                      <a16:creationId xmlns:a16="http://schemas.microsoft.com/office/drawing/2014/main" id="{F45A6106-D6D6-F582-AE93-ABA8EB6FE473}"/>
                    </a:ext>
                  </a:extLst>
                </p:cNvPr>
                <p:cNvCxnSpPr/>
                <p:nvPr/>
              </p:nvCxnSpPr>
              <p:spPr>
                <a:xfrm flipV="1">
                  <a:off x="971600" y="126876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eur droit avec flèche 56">
                  <a:extLst>
                    <a:ext uri="{FF2B5EF4-FFF2-40B4-BE49-F238E27FC236}">
                      <a16:creationId xmlns:a16="http://schemas.microsoft.com/office/drawing/2014/main" id="{728204EA-A7FF-397F-19ED-245A8022E632}"/>
                    </a:ext>
                  </a:extLst>
                </p:cNvPr>
                <p:cNvCxnSpPr/>
                <p:nvPr/>
              </p:nvCxnSpPr>
              <p:spPr>
                <a:xfrm rot="5400000" flipV="1">
                  <a:off x="1331640" y="162880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F2BAD14E-F85D-33D2-2021-84F32B6E428E}"/>
                  </a:ext>
                </a:extLst>
              </p:cNvPr>
              <p:cNvGrpSpPr/>
              <p:nvPr/>
            </p:nvGrpSpPr>
            <p:grpSpPr>
              <a:xfrm rot="20700000">
                <a:off x="860772" y="1187843"/>
                <a:ext cx="720080" cy="720080"/>
                <a:chOff x="971600" y="1268760"/>
                <a:chExt cx="720080" cy="720080"/>
              </a:xfrm>
            </p:grpSpPr>
            <p:cxnSp>
              <p:nvCxnSpPr>
                <p:cNvPr id="54" name="Connecteur droit avec flèche 53">
                  <a:extLst>
                    <a:ext uri="{FF2B5EF4-FFF2-40B4-BE49-F238E27FC236}">
                      <a16:creationId xmlns:a16="http://schemas.microsoft.com/office/drawing/2014/main" id="{E374C812-B873-8279-DFB8-1EB19331D34B}"/>
                    </a:ext>
                  </a:extLst>
                </p:cNvPr>
                <p:cNvCxnSpPr/>
                <p:nvPr/>
              </p:nvCxnSpPr>
              <p:spPr>
                <a:xfrm flipV="1">
                  <a:off x="971600" y="126876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cteur droit avec flèche 54">
                  <a:extLst>
                    <a:ext uri="{FF2B5EF4-FFF2-40B4-BE49-F238E27FC236}">
                      <a16:creationId xmlns:a16="http://schemas.microsoft.com/office/drawing/2014/main" id="{0357D6B9-0923-2106-BADC-FF31F9BB90F4}"/>
                    </a:ext>
                  </a:extLst>
                </p:cNvPr>
                <p:cNvCxnSpPr/>
                <p:nvPr/>
              </p:nvCxnSpPr>
              <p:spPr>
                <a:xfrm rot="5400000" flipV="1">
                  <a:off x="1331640" y="162880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2FB68A63-83D6-8A87-D82A-E8AA5B62D344}"/>
                  </a:ext>
                </a:extLst>
              </p:cNvPr>
              <p:cNvSpPr/>
              <p:nvPr/>
            </p:nvSpPr>
            <p:spPr>
              <a:xfrm>
                <a:off x="395536" y="1412777"/>
                <a:ext cx="1152128" cy="1152128"/>
              </a:xfrm>
              <a:prstGeom prst="arc">
                <a:avLst>
                  <a:gd name="adj1" fmla="val 20787483"/>
                  <a:gd name="adj2" fmla="val 21510070"/>
                </a:avLst>
              </a:prstGeom>
              <a:ln>
                <a:solidFill>
                  <a:srgbClr val="002060"/>
                </a:solidFill>
                <a:headEnd type="stealth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13DC2EAB-2BA2-DF23-8E3F-DD43F0FFF139}"/>
                  </a:ext>
                </a:extLst>
              </p:cNvPr>
              <p:cNvGrpSpPr/>
              <p:nvPr/>
            </p:nvGrpSpPr>
            <p:grpSpPr>
              <a:xfrm>
                <a:off x="917600" y="1934841"/>
                <a:ext cx="108000" cy="108000"/>
                <a:chOff x="899592" y="1916833"/>
                <a:chExt cx="108000" cy="108000"/>
              </a:xfrm>
            </p:grpSpPr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1748478B-0506-88E0-3D74-CF522753C10D}"/>
                    </a:ext>
                  </a:extLst>
                </p:cNvPr>
                <p:cNvSpPr/>
                <p:nvPr/>
              </p:nvSpPr>
              <p:spPr>
                <a:xfrm>
                  <a:off x="899592" y="1916833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4A30D6A8-E1FB-4C22-7115-B8AAF276DD84}"/>
                    </a:ext>
                  </a:extLst>
                </p:cNvPr>
                <p:cNvSpPr/>
                <p:nvPr/>
              </p:nvSpPr>
              <p:spPr>
                <a:xfrm flipV="1">
                  <a:off x="935592" y="1952833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9BA5B9AC-7127-ABF8-4E76-052B42AF8DDD}"/>
                    </a:ext>
                  </a:extLst>
                </p:cNvPr>
                <p:cNvSpPr txBox="1"/>
                <p:nvPr/>
              </p:nvSpPr>
              <p:spPr>
                <a:xfrm>
                  <a:off x="1874338" y="2042841"/>
                  <a:ext cx="33272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9BA5B9AC-7127-ABF8-4E76-052B42AF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338" y="2042841"/>
                  <a:ext cx="332720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ZoneTexte 11">
                  <a:extLst>
                    <a:ext uri="{FF2B5EF4-FFF2-40B4-BE49-F238E27FC236}">
                      <a16:creationId xmlns:a16="http://schemas.microsoft.com/office/drawing/2014/main" id="{53FD1AE4-8DA6-F517-0625-A8EB1157380F}"/>
                    </a:ext>
                  </a:extLst>
                </p:cNvPr>
                <p:cNvSpPr txBox="1"/>
                <p:nvPr/>
              </p:nvSpPr>
              <p:spPr>
                <a:xfrm>
                  <a:off x="1875051" y="1155984"/>
                  <a:ext cx="34156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2" name="ZoneTexte 11">
                  <a:extLst>
                    <a:ext uri="{FF2B5EF4-FFF2-40B4-BE49-F238E27FC236}">
                      <a16:creationId xmlns:a16="http://schemas.microsoft.com/office/drawing/2014/main" id="{53FD1AE4-8DA6-F517-0625-A8EB11573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5051" y="1155984"/>
                  <a:ext cx="341568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A6254108-0F42-5AB7-D584-591166CDF64C}"/>
                    </a:ext>
                  </a:extLst>
                </p:cNvPr>
                <p:cNvSpPr txBox="1"/>
                <p:nvPr/>
              </p:nvSpPr>
              <p:spPr>
                <a:xfrm>
                  <a:off x="1681097" y="1161098"/>
                  <a:ext cx="33861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A6254108-0F42-5AB7-D584-591166CDF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1097" y="1161098"/>
                  <a:ext cx="338618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5ECCCC62-6039-A31A-433C-A027C6B209A6}"/>
                    </a:ext>
                  </a:extLst>
                </p:cNvPr>
                <p:cNvSpPr txBox="1"/>
                <p:nvPr/>
              </p:nvSpPr>
              <p:spPr>
                <a:xfrm>
                  <a:off x="2546707" y="1991704"/>
                  <a:ext cx="34099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5ECCCC62-6039-A31A-433C-A027C6B20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707" y="1991704"/>
                  <a:ext cx="340991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3A1AF33E-0C0A-4D9B-AB78-8CD50F12DE79}"/>
                    </a:ext>
                  </a:extLst>
                </p:cNvPr>
                <p:cNvSpPr txBox="1"/>
                <p:nvPr/>
              </p:nvSpPr>
              <p:spPr>
                <a:xfrm>
                  <a:off x="2549657" y="1638197"/>
                  <a:ext cx="33804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3A1AF33E-0C0A-4D9B-AB78-8CD50F12D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657" y="1638197"/>
                  <a:ext cx="338041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275E7030-C7C6-2871-99ED-3AE35183CDD8}"/>
                    </a:ext>
                  </a:extLst>
                </p:cNvPr>
                <p:cNvSpPr txBox="1"/>
                <p:nvPr/>
              </p:nvSpPr>
              <p:spPr>
                <a:xfrm>
                  <a:off x="2571809" y="1783160"/>
                  <a:ext cx="28943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275E7030-C7C6-2871-99ED-3AE35183C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1809" y="1783160"/>
                  <a:ext cx="289438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891B318-A298-35CD-F539-199BF61B9306}"/>
                  </a:ext>
                </a:extLst>
              </p:cNvPr>
              <p:cNvSpPr txBox="1"/>
              <p:nvPr/>
            </p:nvSpPr>
            <p:spPr>
              <a:xfrm>
                <a:off x="3284548" y="3215505"/>
                <a:ext cx="43146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𝐹</m:t>
                      </m:r>
                      <m:acc>
                        <m:accPr>
                          <m:chr m:val="⃗"/>
                          <m:ctrlPr>
                            <a:rPr lang="fr-FR" sz="105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5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5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891B318-A298-35CD-F539-199BF61B9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548" y="3215505"/>
                <a:ext cx="431465" cy="2539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27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FF13DC-0F0B-4604-95ED-70FAE94D9C89}"/>
              </a:ext>
            </a:extLst>
          </p:cNvPr>
          <p:cNvSpPr/>
          <p:nvPr/>
        </p:nvSpPr>
        <p:spPr>
          <a:xfrm>
            <a:off x="2406202" y="1986432"/>
            <a:ext cx="2880305" cy="3600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84410A-35DA-4869-82A2-CCF1668E8E32}"/>
              </a:ext>
            </a:extLst>
          </p:cNvPr>
          <p:cNvSpPr/>
          <p:nvPr/>
        </p:nvSpPr>
        <p:spPr>
          <a:xfrm>
            <a:off x="3131841" y="2342174"/>
            <a:ext cx="1440160" cy="3600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75CE844-309A-4D9A-8AD1-41E96EAF2A72}"/>
              </a:ext>
            </a:extLst>
          </p:cNvPr>
          <p:cNvCxnSpPr>
            <a:cxnSpLocks/>
          </p:cNvCxnSpPr>
          <p:nvPr/>
        </p:nvCxnSpPr>
        <p:spPr>
          <a:xfrm flipH="1">
            <a:off x="2411760" y="1988840"/>
            <a:ext cx="288032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48D49EA-A38F-4EDF-B707-729FDE4B3DE5}"/>
              </a:ext>
            </a:extLst>
          </p:cNvPr>
          <p:cNvCxnSpPr>
            <a:cxnSpLocks/>
          </p:cNvCxnSpPr>
          <p:nvPr/>
        </p:nvCxnSpPr>
        <p:spPr>
          <a:xfrm flipH="1">
            <a:off x="3131840" y="2708920"/>
            <a:ext cx="144016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EAFA43A-E0CB-456F-9BCA-E1519E3B6704}"/>
              </a:ext>
            </a:extLst>
          </p:cNvPr>
          <p:cNvCxnSpPr>
            <a:cxnSpLocks/>
          </p:cNvCxnSpPr>
          <p:nvPr/>
        </p:nvCxnSpPr>
        <p:spPr>
          <a:xfrm flipV="1">
            <a:off x="2411760" y="1988840"/>
            <a:ext cx="0" cy="36004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12E8E81-3503-42D0-BF7E-FE9988A51E6D}"/>
              </a:ext>
            </a:extLst>
          </p:cNvPr>
          <p:cNvCxnSpPr>
            <a:cxnSpLocks/>
          </p:cNvCxnSpPr>
          <p:nvPr/>
        </p:nvCxnSpPr>
        <p:spPr>
          <a:xfrm flipV="1">
            <a:off x="5292080" y="1988840"/>
            <a:ext cx="0" cy="36004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7739C5E-FC3D-4433-9411-F02B7AFA0585}"/>
              </a:ext>
            </a:extLst>
          </p:cNvPr>
          <p:cNvCxnSpPr>
            <a:cxnSpLocks/>
          </p:cNvCxnSpPr>
          <p:nvPr/>
        </p:nvCxnSpPr>
        <p:spPr>
          <a:xfrm flipH="1">
            <a:off x="2411760" y="2348880"/>
            <a:ext cx="72008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D430501-F6FE-4AF7-B82D-846B1FAAFD5D}"/>
              </a:ext>
            </a:extLst>
          </p:cNvPr>
          <p:cNvCxnSpPr>
            <a:cxnSpLocks/>
          </p:cNvCxnSpPr>
          <p:nvPr/>
        </p:nvCxnSpPr>
        <p:spPr>
          <a:xfrm flipH="1">
            <a:off x="4572000" y="2348880"/>
            <a:ext cx="72008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58618AC-F510-4AAC-A116-978B7ECA7F91}"/>
              </a:ext>
            </a:extLst>
          </p:cNvPr>
          <p:cNvCxnSpPr>
            <a:cxnSpLocks/>
          </p:cNvCxnSpPr>
          <p:nvPr/>
        </p:nvCxnSpPr>
        <p:spPr>
          <a:xfrm flipV="1">
            <a:off x="3131840" y="2348880"/>
            <a:ext cx="0" cy="36004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AE9D20B-32F9-4F4E-92B3-BCD27BE8D6B6}"/>
              </a:ext>
            </a:extLst>
          </p:cNvPr>
          <p:cNvCxnSpPr>
            <a:cxnSpLocks/>
          </p:cNvCxnSpPr>
          <p:nvPr/>
        </p:nvCxnSpPr>
        <p:spPr>
          <a:xfrm flipV="1">
            <a:off x="4572000" y="2348880"/>
            <a:ext cx="0" cy="36004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0FC12DB-4125-4ACD-AB21-8991A800A63B}"/>
              </a:ext>
            </a:extLst>
          </p:cNvPr>
          <p:cNvCxnSpPr>
            <a:cxnSpLocks/>
          </p:cNvCxnSpPr>
          <p:nvPr/>
        </p:nvCxnSpPr>
        <p:spPr>
          <a:xfrm flipH="1">
            <a:off x="3131840" y="2348524"/>
            <a:ext cx="1440160" cy="0"/>
          </a:xfrm>
          <a:prstGeom prst="line">
            <a:avLst/>
          </a:prstGeom>
          <a:ln w="127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8FB098E-DD4D-4DD3-99F7-04978FC6BFF8}"/>
              </a:ext>
            </a:extLst>
          </p:cNvPr>
          <p:cNvCxnSpPr>
            <a:cxnSpLocks/>
          </p:cNvCxnSpPr>
          <p:nvPr/>
        </p:nvCxnSpPr>
        <p:spPr>
          <a:xfrm flipV="1">
            <a:off x="3851920" y="1552527"/>
            <a:ext cx="0" cy="789647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C5FB3E5E-CF22-456E-92E3-855BB9A46694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123728" y="2346439"/>
            <a:ext cx="1722627" cy="0"/>
          </a:xfrm>
          <a:prstGeom prst="line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22663B98-3405-4E56-9672-E930F0E703E1}"/>
                  </a:ext>
                </a:extLst>
              </p:cNvPr>
              <p:cNvSpPr txBox="1"/>
              <p:nvPr/>
            </p:nvSpPr>
            <p:spPr>
              <a:xfrm>
                <a:off x="2132472" y="2102415"/>
                <a:ext cx="1297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22663B98-3405-4E56-9672-E930F0E70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72" y="2102415"/>
                <a:ext cx="129714" cy="215444"/>
              </a:xfrm>
              <a:prstGeom prst="rect">
                <a:avLst/>
              </a:prstGeom>
              <a:blipFill>
                <a:blip r:embed="rId2"/>
                <a:stretch>
                  <a:fillRect l="-38095" t="-40000" r="-100000" b="-28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1BF868C4-A3E9-4BA7-AA59-115BA7E10126}"/>
                  </a:ext>
                </a:extLst>
              </p:cNvPr>
              <p:cNvSpPr txBox="1"/>
              <p:nvPr/>
            </p:nvSpPr>
            <p:spPr>
              <a:xfrm>
                <a:off x="3923928" y="1491134"/>
                <a:ext cx="14414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1BF868C4-A3E9-4BA7-AA59-115BA7E10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1491134"/>
                <a:ext cx="144142" cy="215444"/>
              </a:xfrm>
              <a:prstGeom prst="rect">
                <a:avLst/>
              </a:prstGeom>
              <a:blipFill>
                <a:blip r:embed="rId3"/>
                <a:stretch>
                  <a:fillRect l="-34783" t="-40000" r="-95652" b="-228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C2F7C75-A711-4A83-83FF-86ABC1D2D899}"/>
                  </a:ext>
                </a:extLst>
              </p:cNvPr>
              <p:cNvSpPr txBox="1"/>
              <p:nvPr/>
            </p:nvSpPr>
            <p:spPr>
              <a:xfrm>
                <a:off x="3680084" y="2102415"/>
                <a:ext cx="16626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C2F7C75-A711-4A83-83FF-86ABC1D2D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84" y="2102415"/>
                <a:ext cx="166263" cy="215444"/>
              </a:xfrm>
              <a:prstGeom prst="rect">
                <a:avLst/>
              </a:prstGeom>
              <a:blipFill>
                <a:blip r:embed="rId4"/>
                <a:stretch>
                  <a:fillRect l="-25926" r="-22222" b="-5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5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e 54"/>
          <p:cNvGrpSpPr/>
          <p:nvPr/>
        </p:nvGrpSpPr>
        <p:grpSpPr>
          <a:xfrm rot="19800000">
            <a:off x="2903584" y="1137340"/>
            <a:ext cx="720080" cy="720080"/>
            <a:chOff x="971600" y="1268760"/>
            <a:chExt cx="720080" cy="720080"/>
          </a:xfrm>
        </p:grpSpPr>
        <p:cxnSp>
          <p:nvCxnSpPr>
            <p:cNvPr id="56" name="Connecteur droit avec flèche 55"/>
            <p:cNvCxnSpPr/>
            <p:nvPr/>
          </p:nvCxnSpPr>
          <p:spPr>
            <a:xfrm flipV="1">
              <a:off x="971600" y="1268760"/>
              <a:ext cx="0" cy="72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56"/>
            <p:cNvCxnSpPr/>
            <p:nvPr/>
          </p:nvCxnSpPr>
          <p:spPr>
            <a:xfrm rot="5400000" flipV="1">
              <a:off x="1331640" y="1628800"/>
              <a:ext cx="0" cy="72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e 20"/>
          <p:cNvGrpSpPr/>
          <p:nvPr/>
        </p:nvGrpSpPr>
        <p:grpSpPr>
          <a:xfrm>
            <a:off x="395536" y="1187843"/>
            <a:ext cx="1296144" cy="1377062"/>
            <a:chOff x="395536" y="1187843"/>
            <a:chExt cx="1296144" cy="1377062"/>
          </a:xfrm>
        </p:grpSpPr>
        <p:grpSp>
          <p:nvGrpSpPr>
            <p:cNvPr id="7" name="Groupe 6"/>
            <p:cNvGrpSpPr/>
            <p:nvPr/>
          </p:nvGrpSpPr>
          <p:grpSpPr>
            <a:xfrm>
              <a:off x="971600" y="1268760"/>
              <a:ext cx="720080" cy="720080"/>
              <a:chOff x="971600" y="1268760"/>
              <a:chExt cx="720080" cy="720080"/>
            </a:xfrm>
          </p:grpSpPr>
          <p:cxnSp>
            <p:nvCxnSpPr>
              <p:cNvPr id="5" name="Connecteur droit avec flèche 4"/>
              <p:cNvCxnSpPr/>
              <p:nvPr/>
            </p:nvCxnSpPr>
            <p:spPr>
              <a:xfrm flipV="1">
                <a:off x="971600" y="1268760"/>
                <a:ext cx="0" cy="72008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necteur droit avec flèche 5"/>
              <p:cNvCxnSpPr/>
              <p:nvPr/>
            </p:nvCxnSpPr>
            <p:spPr>
              <a:xfrm rot="5400000" flipV="1">
                <a:off x="1331640" y="1628800"/>
                <a:ext cx="0" cy="72008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e 7"/>
            <p:cNvGrpSpPr/>
            <p:nvPr/>
          </p:nvGrpSpPr>
          <p:grpSpPr>
            <a:xfrm rot="20700000">
              <a:off x="860772" y="1187843"/>
              <a:ext cx="720080" cy="720080"/>
              <a:chOff x="971600" y="1268760"/>
              <a:chExt cx="720080" cy="720080"/>
            </a:xfrm>
          </p:grpSpPr>
          <p:cxnSp>
            <p:nvCxnSpPr>
              <p:cNvPr id="9" name="Connecteur droit avec flèche 8"/>
              <p:cNvCxnSpPr/>
              <p:nvPr/>
            </p:nvCxnSpPr>
            <p:spPr>
              <a:xfrm flipV="1">
                <a:off x="971600" y="1268760"/>
                <a:ext cx="0" cy="72008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eur droit avec flèche 9"/>
              <p:cNvCxnSpPr/>
              <p:nvPr/>
            </p:nvCxnSpPr>
            <p:spPr>
              <a:xfrm rot="5400000" flipV="1">
                <a:off x="1331640" y="1628800"/>
                <a:ext cx="0" cy="72008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Arc 16"/>
            <p:cNvSpPr/>
            <p:nvPr/>
          </p:nvSpPr>
          <p:spPr>
            <a:xfrm>
              <a:off x="395536" y="1412777"/>
              <a:ext cx="1152128" cy="1152128"/>
            </a:xfrm>
            <a:prstGeom prst="arc">
              <a:avLst>
                <a:gd name="adj1" fmla="val 20787483"/>
                <a:gd name="adj2" fmla="val 21510070"/>
              </a:avLst>
            </a:prstGeom>
            <a:ln>
              <a:solidFill>
                <a:srgbClr val="00206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0" name="Groupe 19"/>
            <p:cNvGrpSpPr/>
            <p:nvPr/>
          </p:nvGrpSpPr>
          <p:grpSpPr>
            <a:xfrm>
              <a:off x="917600" y="1934841"/>
              <a:ext cx="108000" cy="108000"/>
              <a:chOff x="899592" y="1916833"/>
              <a:chExt cx="108000" cy="108000"/>
            </a:xfrm>
          </p:grpSpPr>
          <p:sp>
            <p:nvSpPr>
              <p:cNvPr id="18" name="Ellipse 17"/>
              <p:cNvSpPr/>
              <p:nvPr/>
            </p:nvSpPr>
            <p:spPr>
              <a:xfrm>
                <a:off x="899592" y="1916833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Ellipse 18"/>
              <p:cNvSpPr/>
              <p:nvPr/>
            </p:nvSpPr>
            <p:spPr>
              <a:xfrm flipV="1">
                <a:off x="935592" y="1952833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22" name="Groupe 21"/>
          <p:cNvGrpSpPr/>
          <p:nvPr/>
        </p:nvGrpSpPr>
        <p:grpSpPr>
          <a:xfrm>
            <a:off x="1475656" y="1187843"/>
            <a:ext cx="1296144" cy="1377062"/>
            <a:chOff x="395536" y="1187843"/>
            <a:chExt cx="1296144" cy="1377062"/>
          </a:xfrm>
        </p:grpSpPr>
        <p:grpSp>
          <p:nvGrpSpPr>
            <p:cNvPr id="23" name="Groupe 22"/>
            <p:cNvGrpSpPr/>
            <p:nvPr/>
          </p:nvGrpSpPr>
          <p:grpSpPr>
            <a:xfrm>
              <a:off x="971600" y="1268760"/>
              <a:ext cx="720080" cy="720080"/>
              <a:chOff x="971600" y="1268760"/>
              <a:chExt cx="720080" cy="720080"/>
            </a:xfrm>
          </p:grpSpPr>
          <p:cxnSp>
            <p:nvCxnSpPr>
              <p:cNvPr id="31" name="Connecteur droit avec flèche 30"/>
              <p:cNvCxnSpPr/>
              <p:nvPr/>
            </p:nvCxnSpPr>
            <p:spPr>
              <a:xfrm flipV="1">
                <a:off x="971600" y="1268760"/>
                <a:ext cx="0" cy="72008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eur droit avec flèche 31"/>
              <p:cNvCxnSpPr/>
              <p:nvPr/>
            </p:nvCxnSpPr>
            <p:spPr>
              <a:xfrm rot="5400000" flipV="1">
                <a:off x="1331640" y="1628800"/>
                <a:ext cx="0" cy="72008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e 23"/>
            <p:cNvGrpSpPr/>
            <p:nvPr/>
          </p:nvGrpSpPr>
          <p:grpSpPr>
            <a:xfrm rot="20700000">
              <a:off x="860772" y="1187843"/>
              <a:ext cx="720080" cy="720080"/>
              <a:chOff x="971600" y="1268760"/>
              <a:chExt cx="720080" cy="720080"/>
            </a:xfrm>
          </p:grpSpPr>
          <p:cxnSp>
            <p:nvCxnSpPr>
              <p:cNvPr id="29" name="Connecteur droit avec flèche 28"/>
              <p:cNvCxnSpPr/>
              <p:nvPr/>
            </p:nvCxnSpPr>
            <p:spPr>
              <a:xfrm flipV="1">
                <a:off x="971600" y="1268760"/>
                <a:ext cx="0" cy="72008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avec flèche 29"/>
              <p:cNvCxnSpPr/>
              <p:nvPr/>
            </p:nvCxnSpPr>
            <p:spPr>
              <a:xfrm rot="5400000" flipV="1">
                <a:off x="1331640" y="1628800"/>
                <a:ext cx="0" cy="72008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Arc 24"/>
            <p:cNvSpPr/>
            <p:nvPr/>
          </p:nvSpPr>
          <p:spPr>
            <a:xfrm>
              <a:off x="395536" y="1412777"/>
              <a:ext cx="1152128" cy="1152128"/>
            </a:xfrm>
            <a:prstGeom prst="arc">
              <a:avLst>
                <a:gd name="adj1" fmla="val 20787483"/>
                <a:gd name="adj2" fmla="val 21510070"/>
              </a:avLst>
            </a:prstGeom>
            <a:ln>
              <a:solidFill>
                <a:srgbClr val="00206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6" name="Groupe 25"/>
            <p:cNvGrpSpPr/>
            <p:nvPr/>
          </p:nvGrpSpPr>
          <p:grpSpPr>
            <a:xfrm>
              <a:off x="917600" y="1934841"/>
              <a:ext cx="108000" cy="108000"/>
              <a:chOff x="899592" y="1916833"/>
              <a:chExt cx="108000" cy="108000"/>
            </a:xfrm>
          </p:grpSpPr>
          <p:sp>
            <p:nvSpPr>
              <p:cNvPr id="27" name="Ellipse 26"/>
              <p:cNvSpPr/>
              <p:nvPr/>
            </p:nvSpPr>
            <p:spPr>
              <a:xfrm>
                <a:off x="899592" y="1916833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Ellipse 27"/>
              <p:cNvSpPr/>
              <p:nvPr/>
            </p:nvSpPr>
            <p:spPr>
              <a:xfrm flipV="1">
                <a:off x="935592" y="1952833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34" name="Groupe 33"/>
          <p:cNvGrpSpPr/>
          <p:nvPr/>
        </p:nvGrpSpPr>
        <p:grpSpPr>
          <a:xfrm>
            <a:off x="3131840" y="1268760"/>
            <a:ext cx="720080" cy="720080"/>
            <a:chOff x="971600" y="1268760"/>
            <a:chExt cx="720080" cy="720080"/>
          </a:xfrm>
        </p:grpSpPr>
        <p:cxnSp>
          <p:nvCxnSpPr>
            <p:cNvPr id="42" name="Connecteur droit avec flèche 41"/>
            <p:cNvCxnSpPr/>
            <p:nvPr/>
          </p:nvCxnSpPr>
          <p:spPr>
            <a:xfrm flipV="1">
              <a:off x="971600" y="1268760"/>
              <a:ext cx="0" cy="72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/>
            <p:cNvCxnSpPr/>
            <p:nvPr/>
          </p:nvCxnSpPr>
          <p:spPr>
            <a:xfrm rot="5400000" flipV="1">
              <a:off x="1331640" y="1628800"/>
              <a:ext cx="0" cy="72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e 34"/>
          <p:cNvGrpSpPr/>
          <p:nvPr/>
        </p:nvGrpSpPr>
        <p:grpSpPr>
          <a:xfrm rot="20700000">
            <a:off x="3021012" y="1187843"/>
            <a:ext cx="720080" cy="720080"/>
            <a:chOff x="971600" y="1268760"/>
            <a:chExt cx="720080" cy="720080"/>
          </a:xfrm>
        </p:grpSpPr>
        <p:cxnSp>
          <p:nvCxnSpPr>
            <p:cNvPr id="40" name="Connecteur droit avec flèche 39"/>
            <p:cNvCxnSpPr/>
            <p:nvPr/>
          </p:nvCxnSpPr>
          <p:spPr>
            <a:xfrm flipV="1">
              <a:off x="971600" y="1268760"/>
              <a:ext cx="0" cy="72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/>
            <p:cNvCxnSpPr/>
            <p:nvPr/>
          </p:nvCxnSpPr>
          <p:spPr>
            <a:xfrm rot="5400000" flipV="1">
              <a:off x="1331640" y="1628800"/>
              <a:ext cx="0" cy="72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Arc 35"/>
          <p:cNvSpPr/>
          <p:nvPr/>
        </p:nvSpPr>
        <p:spPr>
          <a:xfrm>
            <a:off x="2555776" y="1412777"/>
            <a:ext cx="1152128" cy="1152128"/>
          </a:xfrm>
          <a:prstGeom prst="arc">
            <a:avLst>
              <a:gd name="adj1" fmla="val 20787483"/>
              <a:gd name="adj2" fmla="val 21510070"/>
            </a:avLst>
          </a:prstGeom>
          <a:ln>
            <a:solidFill>
              <a:srgbClr val="002060"/>
            </a:solidFill>
            <a:head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7" name="Groupe 36"/>
          <p:cNvGrpSpPr/>
          <p:nvPr/>
        </p:nvGrpSpPr>
        <p:grpSpPr>
          <a:xfrm>
            <a:off x="3077840" y="1934841"/>
            <a:ext cx="108000" cy="108000"/>
            <a:chOff x="899592" y="1916833"/>
            <a:chExt cx="108000" cy="108000"/>
          </a:xfrm>
        </p:grpSpPr>
        <p:sp>
          <p:nvSpPr>
            <p:cNvPr id="38" name="Ellipse 37"/>
            <p:cNvSpPr/>
            <p:nvPr/>
          </p:nvSpPr>
          <p:spPr>
            <a:xfrm>
              <a:off x="899592" y="1916833"/>
              <a:ext cx="108000" cy="10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Ellipse 38"/>
            <p:cNvSpPr/>
            <p:nvPr/>
          </p:nvSpPr>
          <p:spPr>
            <a:xfrm flipV="1">
              <a:off x="935592" y="1952833"/>
              <a:ext cx="36000" cy="36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ZoneTexte 57"/>
              <p:cNvSpPr txBox="1"/>
              <p:nvPr/>
            </p:nvSpPr>
            <p:spPr>
              <a:xfrm>
                <a:off x="795730" y="1988839"/>
                <a:ext cx="34099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58" name="ZoneTexte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0" y="1988839"/>
                <a:ext cx="340991" cy="246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99202"/>
            <a:ext cx="4498917" cy="11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/>
              <p:cNvSpPr txBox="1"/>
              <p:nvPr/>
            </p:nvSpPr>
            <p:spPr>
              <a:xfrm>
                <a:off x="1376085" y="1988838"/>
                <a:ext cx="34156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0" name="ZoneTexte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085" y="1988838"/>
                <a:ext cx="341567" cy="24622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/>
              <p:cNvSpPr txBox="1"/>
              <p:nvPr/>
            </p:nvSpPr>
            <p:spPr>
              <a:xfrm>
                <a:off x="1726663" y="2042841"/>
                <a:ext cx="65011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fr-FR" sz="1000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fr-FR" sz="1000" b="0" i="1" smtClean="0"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1" name="ZoneTexte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663" y="2042841"/>
                <a:ext cx="650114" cy="24622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/>
              <p:cNvSpPr txBox="1"/>
              <p:nvPr/>
            </p:nvSpPr>
            <p:spPr>
              <a:xfrm>
                <a:off x="1359253" y="1548316"/>
                <a:ext cx="37523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fr-FR" sz="1000" b="0" i="1" smtClean="0"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2" name="ZoneTexte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253" y="1548316"/>
                <a:ext cx="375231" cy="24622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/>
              <p:cNvSpPr txBox="1"/>
              <p:nvPr/>
            </p:nvSpPr>
            <p:spPr>
              <a:xfrm>
                <a:off x="972430" y="1014606"/>
                <a:ext cx="3327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3" name="ZoneTexte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30" y="1014606"/>
                <a:ext cx="332720" cy="24622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/>
              <p:cNvSpPr txBox="1"/>
              <p:nvPr/>
            </p:nvSpPr>
            <p:spPr>
              <a:xfrm>
                <a:off x="594830" y="1014605"/>
                <a:ext cx="32976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4" name="ZoneTexte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30" y="1014605"/>
                <a:ext cx="329769" cy="24622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/>
              <p:cNvSpPr txBox="1"/>
              <p:nvPr/>
            </p:nvSpPr>
            <p:spPr>
              <a:xfrm>
                <a:off x="2051720" y="1022539"/>
                <a:ext cx="37523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fr-FR" sz="1000" b="0" i="1" smtClean="0"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5" name="ZoneTexte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1022539"/>
                <a:ext cx="375231" cy="24622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/>
              <p:cNvSpPr txBox="1"/>
              <p:nvPr/>
            </p:nvSpPr>
            <p:spPr>
              <a:xfrm>
                <a:off x="1674120" y="1022538"/>
                <a:ext cx="3386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6" name="ZoneTexte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120" y="1022538"/>
                <a:ext cx="338618" cy="24622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/>
              <p:cNvSpPr txBox="1"/>
              <p:nvPr/>
            </p:nvSpPr>
            <p:spPr>
              <a:xfrm>
                <a:off x="2403103" y="1991704"/>
                <a:ext cx="34099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9" name="ZoneText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103" y="1991704"/>
                <a:ext cx="340991" cy="246221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/>
              <p:cNvSpPr txBox="1"/>
              <p:nvPr/>
            </p:nvSpPr>
            <p:spPr>
              <a:xfrm>
                <a:off x="2386271" y="1551182"/>
                <a:ext cx="33804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0" name="ZoneText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271" y="1551182"/>
                <a:ext cx="338041" cy="246221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1514749" y="1772544"/>
                <a:ext cx="34733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fr-FR" sz="1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749" y="1772544"/>
                <a:ext cx="347339" cy="246221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2571809" y="1783160"/>
                <a:ext cx="33804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fr-FR" sz="1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09" y="1783160"/>
                <a:ext cx="338041" cy="246221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3755448" y="1783159"/>
                <a:ext cx="35028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fr-FR" sz="1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448" y="1783159"/>
                <a:ext cx="350289" cy="246221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Arc 73"/>
          <p:cNvSpPr/>
          <p:nvPr/>
        </p:nvSpPr>
        <p:spPr>
          <a:xfrm>
            <a:off x="2555776" y="1412776"/>
            <a:ext cx="1152128" cy="1152128"/>
          </a:xfrm>
          <a:prstGeom prst="arc">
            <a:avLst>
              <a:gd name="adj1" fmla="val 19832481"/>
              <a:gd name="adj2" fmla="val 20531628"/>
            </a:avLst>
          </a:prstGeom>
          <a:ln>
            <a:solidFill>
              <a:srgbClr val="002060"/>
            </a:solidFill>
            <a:head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3635896" y="1585965"/>
                <a:ext cx="35028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fr-FR" sz="1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1585965"/>
                <a:ext cx="350289" cy="246221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3513302" y="1991887"/>
                <a:ext cx="33861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302" y="1991887"/>
                <a:ext cx="338618" cy="246221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2750096" y="2058229"/>
                <a:ext cx="7754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8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fr-FR" sz="800" i="1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8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fr-FR" sz="800" i="1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8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800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096" y="2058229"/>
                <a:ext cx="775469" cy="215444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/>
              <p:cNvSpPr txBox="1"/>
              <p:nvPr/>
            </p:nvSpPr>
            <p:spPr>
              <a:xfrm>
                <a:off x="3831389" y="1679084"/>
                <a:ext cx="673133" cy="26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fr-FR" sz="1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fr-FR" sz="10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fr-FR" sz="1000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8" name="ZoneTexte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389" y="1679084"/>
                <a:ext cx="673133" cy="2601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/>
              <p:cNvSpPr txBox="1"/>
              <p:nvPr/>
            </p:nvSpPr>
            <p:spPr>
              <a:xfrm>
                <a:off x="3493347" y="1392785"/>
                <a:ext cx="676083" cy="26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fr-FR" sz="1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fr-FR" sz="10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fr-FR" sz="1000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9" name="ZoneTexte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347" y="1392785"/>
                <a:ext cx="676083" cy="260199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/>
              <p:cNvSpPr txBox="1"/>
              <p:nvPr/>
            </p:nvSpPr>
            <p:spPr>
              <a:xfrm>
                <a:off x="2966955" y="1051311"/>
                <a:ext cx="32977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80" name="ZoneTexte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955" y="1051311"/>
                <a:ext cx="329770" cy="246221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/>
              <p:cNvSpPr txBox="1"/>
              <p:nvPr/>
            </p:nvSpPr>
            <p:spPr>
              <a:xfrm>
                <a:off x="2785460" y="1051310"/>
                <a:ext cx="3327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81" name="ZoneTexte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460" y="1051310"/>
                <a:ext cx="332720" cy="246221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/>
              <p:cNvSpPr txBox="1"/>
              <p:nvPr/>
            </p:nvSpPr>
            <p:spPr>
              <a:xfrm>
                <a:off x="2571809" y="1148430"/>
                <a:ext cx="3327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82" name="ZoneTexte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09" y="1148430"/>
                <a:ext cx="332720" cy="246221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486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D70B-EFBA-0E5C-805F-488D6B121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9FED758-38D9-A928-1CCF-C274024DE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99202"/>
            <a:ext cx="4498917" cy="11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882CB64A-BA3C-7C4B-1407-537E5327AA69}"/>
              </a:ext>
            </a:extLst>
          </p:cNvPr>
          <p:cNvGrpSpPr/>
          <p:nvPr/>
        </p:nvGrpSpPr>
        <p:grpSpPr>
          <a:xfrm>
            <a:off x="1475656" y="1022538"/>
            <a:ext cx="1434194" cy="1542367"/>
            <a:chOff x="1475656" y="1022538"/>
            <a:chExt cx="1434194" cy="1542367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222F278C-0755-D0C4-6301-6F4AF092EDFE}"/>
                </a:ext>
              </a:extLst>
            </p:cNvPr>
            <p:cNvGrpSpPr/>
            <p:nvPr/>
          </p:nvGrpSpPr>
          <p:grpSpPr>
            <a:xfrm>
              <a:off x="1475656" y="1187843"/>
              <a:ext cx="1296144" cy="1377062"/>
              <a:chOff x="395536" y="1187843"/>
              <a:chExt cx="1296144" cy="1377062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BCAAC486-A4C1-7299-312C-94F0D2C1243A}"/>
                  </a:ext>
                </a:extLst>
              </p:cNvPr>
              <p:cNvGrpSpPr/>
              <p:nvPr/>
            </p:nvGrpSpPr>
            <p:grpSpPr>
              <a:xfrm>
                <a:off x="971600" y="1268760"/>
                <a:ext cx="720080" cy="720080"/>
                <a:chOff x="971600" y="1268760"/>
                <a:chExt cx="720080" cy="720080"/>
              </a:xfrm>
            </p:grpSpPr>
            <p:cxnSp>
              <p:nvCxnSpPr>
                <p:cNvPr id="31" name="Connecteur droit avec flèche 30">
                  <a:extLst>
                    <a:ext uri="{FF2B5EF4-FFF2-40B4-BE49-F238E27FC236}">
                      <a16:creationId xmlns:a16="http://schemas.microsoft.com/office/drawing/2014/main" id="{9A21EC3F-210A-770F-D1D6-D00A82D5D2D5}"/>
                    </a:ext>
                  </a:extLst>
                </p:cNvPr>
                <p:cNvCxnSpPr/>
                <p:nvPr/>
              </p:nvCxnSpPr>
              <p:spPr>
                <a:xfrm flipV="1">
                  <a:off x="971600" y="126876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avec flèche 31">
                  <a:extLst>
                    <a:ext uri="{FF2B5EF4-FFF2-40B4-BE49-F238E27FC236}">
                      <a16:creationId xmlns:a16="http://schemas.microsoft.com/office/drawing/2014/main" id="{DBB09B84-9BC8-F501-2A5D-B69AE9A4277B}"/>
                    </a:ext>
                  </a:extLst>
                </p:cNvPr>
                <p:cNvCxnSpPr/>
                <p:nvPr/>
              </p:nvCxnSpPr>
              <p:spPr>
                <a:xfrm rot="5400000" flipV="1">
                  <a:off x="1331640" y="162880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e 23">
                <a:extLst>
                  <a:ext uri="{FF2B5EF4-FFF2-40B4-BE49-F238E27FC236}">
                    <a16:creationId xmlns:a16="http://schemas.microsoft.com/office/drawing/2014/main" id="{B3FBFF47-4AC9-AC76-4FF5-817AC97305C8}"/>
                  </a:ext>
                </a:extLst>
              </p:cNvPr>
              <p:cNvGrpSpPr/>
              <p:nvPr/>
            </p:nvGrpSpPr>
            <p:grpSpPr>
              <a:xfrm rot="20700000">
                <a:off x="860772" y="1187843"/>
                <a:ext cx="720080" cy="720080"/>
                <a:chOff x="971600" y="1268760"/>
                <a:chExt cx="720080" cy="720080"/>
              </a:xfrm>
            </p:grpSpPr>
            <p:cxnSp>
              <p:nvCxnSpPr>
                <p:cNvPr id="29" name="Connecteur droit avec flèche 28">
                  <a:extLst>
                    <a:ext uri="{FF2B5EF4-FFF2-40B4-BE49-F238E27FC236}">
                      <a16:creationId xmlns:a16="http://schemas.microsoft.com/office/drawing/2014/main" id="{8E201093-C796-CF20-2032-FF2147B8779D}"/>
                    </a:ext>
                  </a:extLst>
                </p:cNvPr>
                <p:cNvCxnSpPr/>
                <p:nvPr/>
              </p:nvCxnSpPr>
              <p:spPr>
                <a:xfrm flipV="1">
                  <a:off x="971600" y="126876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avec flèche 29">
                  <a:extLst>
                    <a:ext uri="{FF2B5EF4-FFF2-40B4-BE49-F238E27FC236}">
                      <a16:creationId xmlns:a16="http://schemas.microsoft.com/office/drawing/2014/main" id="{C7BFA3C6-E0CB-534A-9DCF-6331777823A5}"/>
                    </a:ext>
                  </a:extLst>
                </p:cNvPr>
                <p:cNvCxnSpPr/>
                <p:nvPr/>
              </p:nvCxnSpPr>
              <p:spPr>
                <a:xfrm rot="5400000" flipV="1">
                  <a:off x="1331640" y="162880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309D0697-1C23-B613-4014-311CF6710129}"/>
                  </a:ext>
                </a:extLst>
              </p:cNvPr>
              <p:cNvSpPr/>
              <p:nvPr/>
            </p:nvSpPr>
            <p:spPr>
              <a:xfrm>
                <a:off x="395536" y="1412777"/>
                <a:ext cx="1152128" cy="1152128"/>
              </a:xfrm>
              <a:prstGeom prst="arc">
                <a:avLst>
                  <a:gd name="adj1" fmla="val 20787483"/>
                  <a:gd name="adj2" fmla="val 21510070"/>
                </a:avLst>
              </a:prstGeom>
              <a:ln>
                <a:solidFill>
                  <a:srgbClr val="002060"/>
                </a:solidFill>
                <a:headEnd type="stealth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82E41C19-A23E-C261-6997-9D3F364C2F76}"/>
                  </a:ext>
                </a:extLst>
              </p:cNvPr>
              <p:cNvGrpSpPr/>
              <p:nvPr/>
            </p:nvGrpSpPr>
            <p:grpSpPr>
              <a:xfrm>
                <a:off x="917600" y="1934841"/>
                <a:ext cx="108000" cy="108000"/>
                <a:chOff x="899592" y="1916833"/>
                <a:chExt cx="108000" cy="108000"/>
              </a:xfrm>
            </p:grpSpPr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6FF04766-26DC-2908-CD66-04272F3F726D}"/>
                    </a:ext>
                  </a:extLst>
                </p:cNvPr>
                <p:cNvSpPr/>
                <p:nvPr/>
              </p:nvSpPr>
              <p:spPr>
                <a:xfrm>
                  <a:off x="899592" y="1916833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FFE8A463-6258-022B-D6F5-746F35FAD718}"/>
                    </a:ext>
                  </a:extLst>
                </p:cNvPr>
                <p:cNvSpPr/>
                <p:nvPr/>
              </p:nvSpPr>
              <p:spPr>
                <a:xfrm flipV="1">
                  <a:off x="935592" y="1952833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211438F0-B76C-EB5A-68B2-710E432559D3}"/>
                    </a:ext>
                  </a:extLst>
                </p:cNvPr>
                <p:cNvSpPr txBox="1"/>
                <p:nvPr/>
              </p:nvSpPr>
              <p:spPr>
                <a:xfrm>
                  <a:off x="1726663" y="2042841"/>
                  <a:ext cx="65011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fr-FR" sz="1000" b="0" i="1" smtClean="0">
                            <a:latin typeface="Cambria Math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0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211438F0-B76C-EB5A-68B2-710E43255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663" y="2042841"/>
                  <a:ext cx="650114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F2208791-A129-D67A-58CC-7814FA2C860A}"/>
                    </a:ext>
                  </a:extLst>
                </p:cNvPr>
                <p:cNvSpPr txBox="1"/>
                <p:nvPr/>
              </p:nvSpPr>
              <p:spPr>
                <a:xfrm>
                  <a:off x="2051720" y="1022539"/>
                  <a:ext cx="37523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fr-FR" sz="1000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F2208791-A129-D67A-58CC-7814FA2C8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1022539"/>
                  <a:ext cx="375231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1FB25478-84B8-E38D-B10B-C7F5E130B64A}"/>
                    </a:ext>
                  </a:extLst>
                </p:cNvPr>
                <p:cNvSpPr txBox="1"/>
                <p:nvPr/>
              </p:nvSpPr>
              <p:spPr>
                <a:xfrm>
                  <a:off x="1674120" y="1022538"/>
                  <a:ext cx="33861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1FB25478-84B8-E38D-B10B-C7F5E130B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120" y="1022538"/>
                  <a:ext cx="338618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ZoneTexte 68">
                  <a:extLst>
                    <a:ext uri="{FF2B5EF4-FFF2-40B4-BE49-F238E27FC236}">
                      <a16:creationId xmlns:a16="http://schemas.microsoft.com/office/drawing/2014/main" id="{81F80175-EE56-764C-172E-AF2323A22860}"/>
                    </a:ext>
                  </a:extLst>
                </p:cNvPr>
                <p:cNvSpPr txBox="1"/>
                <p:nvPr/>
              </p:nvSpPr>
              <p:spPr>
                <a:xfrm>
                  <a:off x="2403103" y="1991704"/>
                  <a:ext cx="34099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69" name="ZoneTexte 68">
                  <a:extLst>
                    <a:ext uri="{FF2B5EF4-FFF2-40B4-BE49-F238E27FC236}">
                      <a16:creationId xmlns:a16="http://schemas.microsoft.com/office/drawing/2014/main" id="{81F80175-EE56-764C-172E-AF2323A22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3103" y="1991704"/>
                  <a:ext cx="340991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ZoneTexte 69">
                  <a:extLst>
                    <a:ext uri="{FF2B5EF4-FFF2-40B4-BE49-F238E27FC236}">
                      <a16:creationId xmlns:a16="http://schemas.microsoft.com/office/drawing/2014/main" id="{B11232DD-CB59-DFD7-1AC9-1A54D3C94790}"/>
                    </a:ext>
                  </a:extLst>
                </p:cNvPr>
                <p:cNvSpPr txBox="1"/>
                <p:nvPr/>
              </p:nvSpPr>
              <p:spPr>
                <a:xfrm>
                  <a:off x="2386271" y="1551182"/>
                  <a:ext cx="33804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70" name="ZoneTexte 69">
                  <a:extLst>
                    <a:ext uri="{FF2B5EF4-FFF2-40B4-BE49-F238E27FC236}">
                      <a16:creationId xmlns:a16="http://schemas.microsoft.com/office/drawing/2014/main" id="{B11232DD-CB59-DFD7-1AC9-1A54D3C94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6271" y="1551182"/>
                  <a:ext cx="338041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D3241934-AACA-3015-584B-13C980F274AA}"/>
                    </a:ext>
                  </a:extLst>
                </p:cNvPr>
                <p:cNvSpPr txBox="1"/>
                <p:nvPr/>
              </p:nvSpPr>
              <p:spPr>
                <a:xfrm>
                  <a:off x="2571809" y="1783160"/>
                  <a:ext cx="33804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fr-FR" sz="1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000" b="0" i="1" smtClean="0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fr-FR" sz="1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D3241934-AACA-3015-584B-13C980F274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1809" y="1783160"/>
                  <a:ext cx="338041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1624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1600" y="1628800"/>
            <a:ext cx="1440160" cy="288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du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600" y="1988840"/>
            <a:ext cx="1440160" cy="15121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76" y="2003998"/>
            <a:ext cx="1335608" cy="87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3779912" y="1628800"/>
            <a:ext cx="1440160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de la modélisation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9912" y="1981302"/>
            <a:ext cx="1440160" cy="15197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95936" y="2039568"/>
            <a:ext cx="1008112" cy="1389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Couple moteur calculé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21" r="6833"/>
          <a:stretch/>
        </p:blipFill>
        <p:spPr bwMode="auto">
          <a:xfrm>
            <a:off x="1023876" y="3044031"/>
            <a:ext cx="1309687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Connecteur droit avec flèche 10"/>
          <p:cNvCxnSpPr>
            <a:stCxn id="1026" idx="3"/>
          </p:cNvCxnSpPr>
          <p:nvPr/>
        </p:nvCxnSpPr>
        <p:spPr>
          <a:xfrm>
            <a:off x="2359484" y="2439379"/>
            <a:ext cx="1636452" cy="0"/>
          </a:xfrm>
          <a:prstGeom prst="straightConnector1">
            <a:avLst/>
          </a:prstGeom>
          <a:ln w="19050">
            <a:solidFill>
              <a:schemeClr val="accent2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7176" y="2143874"/>
            <a:ext cx="124906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100" b="1" dirty="0">
                <a:solidFill>
                  <a:sysClr val="windowText" lastClr="000000"/>
                </a:solidFill>
              </a:rPr>
              <a:t>Exigence validée ?</a:t>
            </a:r>
          </a:p>
        </p:txBody>
      </p:sp>
      <p:cxnSp>
        <p:nvCxnSpPr>
          <p:cNvPr id="18" name="Connecteur droit avec flèche 17"/>
          <p:cNvCxnSpPr>
            <a:stCxn id="1029" idx="3"/>
          </p:cNvCxnSpPr>
          <p:nvPr/>
        </p:nvCxnSpPr>
        <p:spPr>
          <a:xfrm>
            <a:off x="2333563" y="3244850"/>
            <a:ext cx="1662373" cy="0"/>
          </a:xfrm>
          <a:prstGeom prst="straightConnector1">
            <a:avLst/>
          </a:prstGeom>
          <a:ln w="19050">
            <a:solidFill>
              <a:schemeClr val="accent2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94486" y="2971117"/>
            <a:ext cx="13003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100" b="1" dirty="0">
                <a:solidFill>
                  <a:sysClr val="windowText" lastClr="000000"/>
                </a:solidFill>
              </a:rPr>
              <a:t>Marge d’utilisation</a:t>
            </a:r>
          </a:p>
        </p:txBody>
      </p:sp>
    </p:spTree>
    <p:extLst>
      <p:ext uri="{BB962C8B-B14F-4D97-AF65-F5344CB8AC3E}">
        <p14:creationId xmlns:p14="http://schemas.microsoft.com/office/powerpoint/2010/main" val="2073312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1600" y="1628800"/>
            <a:ext cx="1440160" cy="288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du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600" y="1985071"/>
            <a:ext cx="1440160" cy="15121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54201" y="1628800"/>
            <a:ext cx="1440160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de la modélisation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4201" y="1985071"/>
            <a:ext cx="1440160" cy="15197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10953" y="2051721"/>
            <a:ext cx="1126656" cy="1389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Détermination des lois en effort en utilisant le PFS</a:t>
            </a:r>
          </a:p>
        </p:txBody>
      </p:sp>
      <p:pic>
        <p:nvPicPr>
          <p:cNvPr id="2" name="Picture 2" descr="C:\Enseignement\GitHub\Cy_04_PSI_ModelisationDynamique\Revisions_Statique\Fiche_01_Statique_3D_TD_01_MC2E\images\fig_03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7" t="54395" r="26802" b="-68"/>
          <a:stretch/>
        </p:blipFill>
        <p:spPr bwMode="auto">
          <a:xfrm>
            <a:off x="1088030" y="2088420"/>
            <a:ext cx="1207299" cy="96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6660232" y="1628800"/>
            <a:ext cx="1440160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de l’expérimentation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0232" y="1985071"/>
            <a:ext cx="1440160" cy="15197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767439" y="2051721"/>
            <a:ext cx="1225746" cy="13894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Calibration du poids de 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ouble flèche horizontale 3"/>
              <p:cNvSpPr/>
              <p:nvPr/>
            </p:nvSpPr>
            <p:spPr>
              <a:xfrm>
                <a:off x="3923928" y="1472978"/>
                <a:ext cx="3096343" cy="2194730"/>
              </a:xfrm>
              <a:prstGeom prst="leftRightArrow">
                <a:avLst>
                  <a:gd name="adj1" fmla="val 75253"/>
                  <a:gd name="adj2" fmla="val 22762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900" dirty="0">
                    <a:solidFill>
                      <a:sysClr val="windowText" lastClr="000000"/>
                    </a:solidFill>
                  </a:rPr>
                  <a:t>Détermination de la compensation en effort</a:t>
                </a:r>
              </a:p>
              <a:p>
                <a:pPr algn="ctr"/>
                <a:r>
                  <a:rPr lang="fr-FR" sz="1050" b="1" dirty="0">
                    <a:solidFill>
                      <a:sysClr val="windowText" lastClr="000000"/>
                    </a:solidFill>
                  </a:rPr>
                  <a:t>Erreur due à la mesure du  poids lors de la compensation  : 0,4%</a:t>
                </a:r>
              </a:p>
              <a:p>
                <a:pPr algn="ctr"/>
                <a:endParaRPr lang="fr-FR" sz="1050" b="1" dirty="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fr-FR" sz="1050" b="1" dirty="0">
                    <a:solidFill>
                      <a:sysClr val="windowText" lastClr="000000"/>
                    </a:solidFill>
                  </a:rPr>
                  <a:t>Méthode de compensation du poids : </a:t>
                </a:r>
              </a:p>
              <a:p>
                <a:pPr algn="ctr"/>
                <a:r>
                  <a:rPr lang="fr-FR" sz="1000" dirty="0">
                    <a:solidFill>
                      <a:schemeClr val="tx1"/>
                    </a:solidFill>
                  </a:rPr>
                  <a:t>Pour compenser le pesanteur, il faudra donc retrancher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0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FR" sz="10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fr-FR" sz="1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fr-FR" sz="1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20</m:t>
                        </m:r>
                      </m:sub>
                    </m:sSub>
                  </m:oMath>
                </a14:m>
                <a:r>
                  <a:rPr lang="fr-FR" sz="1000" dirty="0">
                    <a:solidFill>
                      <a:schemeClr val="tx1"/>
                    </a:solidFill>
                  </a:rPr>
                  <a:t> à la valeur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FR" sz="1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fr-FR" sz="1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sub>
                    </m:sSub>
                    <m:r>
                      <a:rPr lang="fr-FR" sz="1000" i="1" dirty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fr-FR" sz="1000" dirty="0">
                    <a:solidFill>
                      <a:schemeClr val="tx1"/>
                    </a:solidFill>
                  </a:rPr>
                  <a:t>mesurée sous  « charge ». </a:t>
                </a:r>
                <a:endParaRPr lang="fr-FR" sz="1000" b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Double flèche horizonta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1472978"/>
                <a:ext cx="3096343" cy="2194730"/>
              </a:xfrm>
              <a:prstGeom prst="leftRightArrow">
                <a:avLst>
                  <a:gd name="adj1" fmla="val 75253"/>
                  <a:gd name="adj2" fmla="val 22762"/>
                </a:avLst>
              </a:prstGeom>
              <a:blipFill rotWithShape="1">
                <a:blip r:embed="rId3"/>
                <a:stretch>
                  <a:fillRect/>
                </a:stretch>
              </a:blipFill>
              <a:ln w="9525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28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1600" y="1628800"/>
            <a:ext cx="1440160" cy="288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du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600" y="1985071"/>
            <a:ext cx="1440160" cy="15121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54201" y="1628800"/>
            <a:ext cx="1440160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de la modélisation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4201" y="1985071"/>
            <a:ext cx="1440160" cy="15197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10953" y="2051721"/>
            <a:ext cx="1126656" cy="1389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Détermination des lois en effort en utilisant le PFS</a:t>
            </a:r>
          </a:p>
        </p:txBody>
      </p:sp>
      <p:pic>
        <p:nvPicPr>
          <p:cNvPr id="2" name="Picture 2" descr="C:\Enseignement\GitHub\Cy_04_PSI_ModelisationDynamique\Revisions_Statique\Fiche_01_Statique_3D_TD_01_MC2E\images\fig_03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7" t="54395" r="26802" b="-68"/>
          <a:stretch/>
        </p:blipFill>
        <p:spPr bwMode="auto">
          <a:xfrm>
            <a:off x="1088030" y="2088420"/>
            <a:ext cx="1207299" cy="96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6660232" y="1628800"/>
            <a:ext cx="1440160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de l’expérimentation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0232" y="1985071"/>
            <a:ext cx="1440160" cy="15197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767439" y="2051721"/>
            <a:ext cx="1225746" cy="13894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Calibration du poids de E.</a:t>
            </a:r>
          </a:p>
        </p:txBody>
      </p:sp>
      <p:sp>
        <p:nvSpPr>
          <p:cNvPr id="4" name="Double flèche horizontale 3"/>
          <p:cNvSpPr/>
          <p:nvPr/>
        </p:nvSpPr>
        <p:spPr>
          <a:xfrm>
            <a:off x="3923928" y="1472978"/>
            <a:ext cx="3096343" cy="2194730"/>
          </a:xfrm>
          <a:prstGeom prst="leftRightArrow">
            <a:avLst>
              <a:gd name="adj1" fmla="val 75253"/>
              <a:gd name="adj2" fmla="val 22762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ysClr val="windowText" lastClr="000000"/>
                </a:solidFill>
              </a:rPr>
              <a:t>Détermination de la compensation en effort</a:t>
            </a:r>
          </a:p>
          <a:p>
            <a:pPr algn="ctr"/>
            <a:r>
              <a:rPr lang="fr-FR" sz="1050" b="1" dirty="0">
                <a:solidFill>
                  <a:sysClr val="windowText" lastClr="000000"/>
                </a:solidFill>
              </a:rPr>
              <a:t>Erreur due à la mesure du  poids lors de la compensation  : </a:t>
            </a:r>
          </a:p>
          <a:p>
            <a:pPr algn="ctr"/>
            <a:endParaRPr lang="fr-FR" sz="1050" b="1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050" b="1" dirty="0">
                <a:solidFill>
                  <a:sysClr val="windowText" lastClr="000000"/>
                </a:solidFill>
              </a:rPr>
              <a:t>Méthode de compensation du poids : </a:t>
            </a:r>
          </a:p>
          <a:p>
            <a:pPr algn="ctr"/>
            <a:r>
              <a:rPr lang="fr-FR" sz="1000">
                <a:solidFill>
                  <a:schemeClr val="tx1"/>
                </a:solidFill>
              </a:rPr>
              <a:t> </a:t>
            </a:r>
            <a:endParaRPr lang="fr-FR" sz="1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08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1600" y="1628800"/>
            <a:ext cx="1440160" cy="288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du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600" y="1988840"/>
            <a:ext cx="1440160" cy="15121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76" y="2003998"/>
            <a:ext cx="1335608" cy="87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3779912" y="1628800"/>
            <a:ext cx="1440160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Domaine de la modélisation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9912" y="1981302"/>
            <a:ext cx="1440160" cy="15197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995936" y="2039568"/>
                <a:ext cx="1008112" cy="1389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000" b="1" dirty="0">
                    <a:solidFill>
                      <a:sysClr val="windowText" lastClr="000000"/>
                    </a:solidFill>
                  </a:rPr>
                  <a:t>Couple moteur calculé</a:t>
                </a:r>
              </a:p>
              <a:p>
                <a:pPr algn="ctr"/>
                <a:endParaRPr lang="fr-FR" sz="1000" b="1" dirty="0">
                  <a:solidFill>
                    <a:sysClr val="windowText" lastClr="0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sz="1000" b="1" i="1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1000" b="1" i="1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𝟎</m:t>
                          </m:r>
                          <m:r>
                            <a:rPr lang="fr-FR" sz="1000" b="1" i="1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fr-FR" sz="1000" b="1" i="1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>
                            <a:rPr lang="fr-FR" sz="1000" b="1" i="1" smtClean="0">
                              <a:solidFill>
                                <a:sysClr val="windowText" lastClr="000000"/>
                              </a:solidFill>
                              <a:latin typeface="Cambria Math"/>
                            </a:rPr>
                            <m:t>𝟔𝟔</m:t>
                          </m:r>
                        </m:den>
                      </m:f>
                      <m:r>
                        <a:rPr lang="fr-FR" sz="1000" b="1" i="1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=</m:t>
                      </m:r>
                      <m:r>
                        <a:rPr lang="fr-FR" sz="1000" b="1" i="1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𝟔𝐦</m:t>
                      </m:r>
                      <m:r>
                        <a:rPr lang="fr-FR" sz="1000" b="1" i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𝐍𝐦</m:t>
                      </m:r>
                    </m:oMath>
                  </m:oMathPara>
                </a14:m>
                <a:endParaRPr lang="fr-FR" sz="1000" b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2039568"/>
                <a:ext cx="1008112" cy="13894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952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21" r="6833"/>
          <a:stretch/>
        </p:blipFill>
        <p:spPr bwMode="auto">
          <a:xfrm>
            <a:off x="1023876" y="3044031"/>
            <a:ext cx="1309687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Connecteur droit avec flèche 10"/>
          <p:cNvCxnSpPr>
            <a:stCxn id="1026" idx="3"/>
          </p:cNvCxnSpPr>
          <p:nvPr/>
        </p:nvCxnSpPr>
        <p:spPr>
          <a:xfrm>
            <a:off x="2359484" y="2439379"/>
            <a:ext cx="1636452" cy="0"/>
          </a:xfrm>
          <a:prstGeom prst="straightConnector1">
            <a:avLst/>
          </a:prstGeom>
          <a:ln w="19050">
            <a:solidFill>
              <a:schemeClr val="accent2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50037" y="2143874"/>
            <a:ext cx="118333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100" b="1" dirty="0">
                <a:solidFill>
                  <a:sysClr val="windowText" lastClr="000000"/>
                </a:solidFill>
              </a:rPr>
              <a:t>Exigence validée </a:t>
            </a:r>
          </a:p>
          <a:p>
            <a:pPr algn="ctr"/>
            <a:endParaRPr lang="fr-FR" sz="1100" b="1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100" b="1" dirty="0">
                <a:solidFill>
                  <a:sysClr val="windowText" lastClr="000000"/>
                </a:solidFill>
              </a:rPr>
              <a:t>OUI</a:t>
            </a:r>
          </a:p>
        </p:txBody>
      </p:sp>
      <p:cxnSp>
        <p:nvCxnSpPr>
          <p:cNvPr id="18" name="Connecteur droit avec flèche 17"/>
          <p:cNvCxnSpPr>
            <a:stCxn id="1029" idx="3"/>
          </p:cNvCxnSpPr>
          <p:nvPr/>
        </p:nvCxnSpPr>
        <p:spPr>
          <a:xfrm>
            <a:off x="2333563" y="3244850"/>
            <a:ext cx="1662373" cy="0"/>
          </a:xfrm>
          <a:prstGeom prst="straightConnector1">
            <a:avLst/>
          </a:prstGeom>
          <a:ln w="19050">
            <a:solidFill>
              <a:schemeClr val="accent2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94486" y="2971117"/>
            <a:ext cx="13003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100" b="1" dirty="0">
                <a:solidFill>
                  <a:sysClr val="windowText" lastClr="000000"/>
                </a:solidFill>
              </a:rPr>
              <a:t>Marge d’utilisation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1933" y="3284984"/>
                <a:ext cx="225954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1" i="0" smtClean="0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𝟏𝟎</m:t>
                      </m:r>
                      <m:r>
                        <a:rPr lang="fr-FR" sz="1200" b="1">
                          <a:solidFill>
                            <a:sysClr val="windowText" lastClr="000000"/>
                          </a:solidFill>
                          <a:latin typeface="Cambria Math"/>
                        </a:rPr>
                        <m:t>𝐦𝐍𝐦</m:t>
                      </m:r>
                    </m:oMath>
                  </m:oMathPara>
                </a14:m>
                <a:endParaRPr lang="fr-FR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fr-FR" sz="1200" b="1" dirty="0">
                    <a:solidFill>
                      <a:sysClr val="windowText" lastClr="000000"/>
                    </a:solidFill>
                  </a:rPr>
                  <a:t>Le couple étant calculé dans une configuration particulière, un couple supérieur peut être nécessaire.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933" y="3284984"/>
                <a:ext cx="2259544" cy="1015663"/>
              </a:xfrm>
              <a:prstGeom prst="rect">
                <a:avLst/>
              </a:prstGeom>
              <a:blipFill rotWithShape="1">
                <a:blip r:embed="rId5"/>
                <a:stretch>
                  <a:fillRect r="-1078" b="-4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66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1061610" y="1813199"/>
            <a:ext cx="288032" cy="2880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5" name="Ellipse 4"/>
          <p:cNvSpPr/>
          <p:nvPr/>
        </p:nvSpPr>
        <p:spPr>
          <a:xfrm>
            <a:off x="1799692" y="1813199"/>
            <a:ext cx="288032" cy="2880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6" name="Ellipse 5"/>
          <p:cNvSpPr/>
          <p:nvPr/>
        </p:nvSpPr>
        <p:spPr>
          <a:xfrm>
            <a:off x="2537774" y="1813199"/>
            <a:ext cx="288032" cy="2880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3"/>
                </a:solidFill>
              </a:rPr>
              <a:t>3</a:t>
            </a:r>
          </a:p>
        </p:txBody>
      </p:sp>
      <p:sp>
        <p:nvSpPr>
          <p:cNvPr id="7" name="Ellipse 6"/>
          <p:cNvSpPr/>
          <p:nvPr/>
        </p:nvSpPr>
        <p:spPr>
          <a:xfrm>
            <a:off x="3275856" y="1813199"/>
            <a:ext cx="288032" cy="28803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lipse 7"/>
          <p:cNvSpPr/>
          <p:nvPr/>
        </p:nvSpPr>
        <p:spPr>
          <a:xfrm>
            <a:off x="323528" y="1813199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6">
                    <a:lumMod val="50000"/>
                  </a:schemeClr>
                </a:solidFill>
              </a:rPr>
              <a:t>0</a:t>
            </a:r>
          </a:p>
        </p:txBody>
      </p:sp>
      <p:cxnSp>
        <p:nvCxnSpPr>
          <p:cNvPr id="10" name="Connecteur droit 9"/>
          <p:cNvCxnSpPr>
            <a:stCxn id="8" idx="6"/>
            <a:endCxn id="4" idx="2"/>
          </p:cNvCxnSpPr>
          <p:nvPr/>
        </p:nvCxnSpPr>
        <p:spPr>
          <a:xfrm>
            <a:off x="611560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>
            <a:stCxn id="5" idx="2"/>
            <a:endCxn id="4" idx="6"/>
          </p:cNvCxnSpPr>
          <p:nvPr/>
        </p:nvCxnSpPr>
        <p:spPr>
          <a:xfrm flipH="1">
            <a:off x="1349642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stCxn id="6" idx="2"/>
            <a:endCxn id="5" idx="6"/>
          </p:cNvCxnSpPr>
          <p:nvPr/>
        </p:nvCxnSpPr>
        <p:spPr>
          <a:xfrm flipH="1">
            <a:off x="2087724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stCxn id="7" idx="2"/>
            <a:endCxn id="6" idx="6"/>
          </p:cNvCxnSpPr>
          <p:nvPr/>
        </p:nvCxnSpPr>
        <p:spPr>
          <a:xfrm flipH="1">
            <a:off x="2825806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rme libre 23"/>
          <p:cNvSpPr/>
          <p:nvPr/>
        </p:nvSpPr>
        <p:spPr>
          <a:xfrm>
            <a:off x="539552" y="1746854"/>
            <a:ext cx="576064" cy="99996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 24"/>
          <p:cNvSpPr/>
          <p:nvPr/>
        </p:nvSpPr>
        <p:spPr>
          <a:xfrm>
            <a:off x="1286635" y="1746854"/>
            <a:ext cx="576064" cy="99996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2033718" y="1746854"/>
            <a:ext cx="576064" cy="99996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2780801" y="1746854"/>
            <a:ext cx="576064" cy="99996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/>
          <p:cNvSpPr/>
          <p:nvPr/>
        </p:nvSpPr>
        <p:spPr>
          <a:xfrm>
            <a:off x="3548906" y="1796852"/>
            <a:ext cx="576064" cy="99996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stealth" w="med" len="lg"/>
            <a:tailEnd type="non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à coins arrondis 28"/>
          <p:cNvSpPr/>
          <p:nvPr/>
        </p:nvSpPr>
        <p:spPr>
          <a:xfrm>
            <a:off x="971600" y="1348285"/>
            <a:ext cx="2736304" cy="100059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orme libre 29"/>
          <p:cNvSpPr/>
          <p:nvPr/>
        </p:nvSpPr>
        <p:spPr>
          <a:xfrm rot="18900000">
            <a:off x="2189750" y="1038546"/>
            <a:ext cx="576064" cy="99996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stealth" w="med" len="lg"/>
            <a:tailEnd type="non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 rot="5400000">
                <a:off x="376723" y="2421287"/>
                <a:ext cx="9017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/>
                          </a:rPr>
                          <m:t>𝑂</m:t>
                        </m:r>
                        <m:r>
                          <a:rPr lang="fr-FR" sz="11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76723" y="2421287"/>
                <a:ext cx="901722" cy="261610"/>
              </a:xfrm>
              <a:prstGeom prst="rect">
                <a:avLst/>
              </a:prstGeom>
              <a:blipFill rotWithShape="1">
                <a:blip r:embed="rId2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 rot="5400000">
                <a:off x="1122171" y="2421287"/>
                <a:ext cx="9049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/>
                          </a:rPr>
                          <m:t>𝑂</m:t>
                        </m:r>
                        <m:r>
                          <a:rPr lang="fr-FR" sz="11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22171" y="2421287"/>
                <a:ext cx="904991" cy="261610"/>
              </a:xfrm>
              <a:prstGeom prst="rect">
                <a:avLst/>
              </a:prstGeom>
              <a:blipFill rotWithShape="1">
                <a:blip r:embed="rId3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 rot="5400000">
                <a:off x="1869254" y="2421287"/>
                <a:ext cx="9049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/>
                          </a:rPr>
                          <m:t>𝑂</m:t>
                        </m:r>
                        <m:r>
                          <a:rPr lang="fr-FR" sz="11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869254" y="2421287"/>
                <a:ext cx="904991" cy="261610"/>
              </a:xfrm>
              <a:prstGeom prst="rect">
                <a:avLst/>
              </a:prstGeom>
              <a:blipFill rotWithShape="1">
                <a:blip r:embed="rId4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 rot="5400000">
                <a:off x="2498389" y="2421287"/>
                <a:ext cx="114089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Glissière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/>
                          </a:rPr>
                          <m:t>𝑂</m:t>
                        </m:r>
                        <m:r>
                          <a:rPr lang="fr-FR" sz="11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498389" y="2421287"/>
                <a:ext cx="1140890" cy="261610"/>
              </a:xfrm>
              <a:prstGeom prst="rect">
                <a:avLst/>
              </a:prstGeom>
              <a:blipFill rotWithShape="1">
                <a:blip r:embed="rId5"/>
                <a:stretch>
                  <a:fillRect l="-162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4067944" y="1639000"/>
                <a:ext cx="2465419" cy="627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𝒯</m:t>
                              </m:r>
                              <m:d>
                                <m:dPr>
                                  <m:ctrlPr>
                                    <a:rPr lang="fr-FR" sz="140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>
                                      <a:latin typeface="Cambria Math"/>
                                    </a:rPr>
                                    <m:t>ext</m:t>
                                  </m:r>
                                  <m:r>
                                    <a:rPr lang="fr-FR" sz="1400" i="1">
                                      <a:latin typeface="Cambria Math"/>
                                    </a:rPr>
                                    <m:t>→4</m:t>
                                  </m:r>
                                </m:e>
                              </m:d>
                            </m:e>
                          </m:d>
                          <m:r>
                            <a:rPr lang="fr-FR" sz="1400" b="0" i="1" smtClean="0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fr-FR" sz="14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400">
                                          <a:latin typeface="Cambria Math"/>
                                        </a:rPr>
                                        <m:t>ext</m:t>
                                      </m:r>
                                      <m:r>
                                        <a:rPr lang="fr-FR" sz="1400" i="1">
                                          <a:latin typeface="Cambria Math"/>
                                        </a:rPr>
                                        <m:t>→4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⃗"/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1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400" i="1">
                                              <a:latin typeface="Cambria Math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fr-FR" sz="1400" i="1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fr-FR" sz="1400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400" b="0" i="1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acc>
                                </m:e>
                              </m:eqAr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fr-FR" sz="1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1639000"/>
                <a:ext cx="2465419" cy="62767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ZoneTexte 35"/>
          <p:cNvSpPr txBox="1"/>
          <p:nvPr/>
        </p:nvSpPr>
        <p:spPr>
          <a:xfrm>
            <a:off x="2780801" y="794844"/>
            <a:ext cx="7633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0" dirty="0"/>
              <a:t>Pesanteur</a:t>
            </a:r>
            <a:endParaRPr lang="fr-FR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 rot="19800000">
                <a:off x="397779" y="1408765"/>
                <a:ext cx="641393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1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100" b="0" i="0" smtClean="0">
                              <a:latin typeface="Cambria Math"/>
                            </a:rPr>
                            <m:t>m</m:t>
                          </m:r>
                          <m:r>
                            <a:rPr lang="fr-FR" sz="1100" b="0" i="0" smtClean="0">
                              <a:latin typeface="Cambria Math"/>
                            </a:rPr>
                            <m:t>01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00000">
                <a:off x="397779" y="1408765"/>
                <a:ext cx="641393" cy="26161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 rot="19800000">
                <a:off x="1393370" y="1468192"/>
                <a:ext cx="54521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1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/>
                            </a:rPr>
                            <m:t>12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00000">
                <a:off x="1393370" y="1468192"/>
                <a:ext cx="545214" cy="26161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 rot="19800000">
                <a:off x="2129684" y="1467064"/>
                <a:ext cx="548483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1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/>
                            </a:rPr>
                            <m:t>23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00000">
                <a:off x="2129684" y="1467064"/>
                <a:ext cx="548483" cy="26161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 rot="19800000">
                <a:off x="2848439" y="1467064"/>
                <a:ext cx="639086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1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100" b="0" i="0" smtClean="0">
                              <a:latin typeface="Cambria Math"/>
                            </a:rPr>
                            <m:t>m</m:t>
                          </m:r>
                          <m:r>
                            <a:rPr lang="fr-FR" sz="1100" b="0" i="1" smtClean="0">
                              <a:latin typeface="Cambria Math"/>
                            </a:rPr>
                            <m:t>34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00000">
                <a:off x="2848439" y="1467064"/>
                <a:ext cx="639086" cy="26161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8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rme libre 37"/>
          <p:cNvSpPr/>
          <p:nvPr/>
        </p:nvSpPr>
        <p:spPr>
          <a:xfrm flipV="1">
            <a:off x="539552" y="2028210"/>
            <a:ext cx="1224136" cy="146042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539552" y="1700808"/>
            <a:ext cx="1224136" cy="146042"/>
          </a:xfrm>
          <a:custGeom>
            <a:avLst/>
            <a:gdLst>
              <a:gd name="connsiteX0" fmla="*/ 0 w 596900"/>
              <a:gd name="connsiteY0" fmla="*/ 209768 h 209768"/>
              <a:gd name="connsiteX1" fmla="*/ 317500 w 596900"/>
              <a:gd name="connsiteY1" fmla="*/ 218 h 209768"/>
              <a:gd name="connsiteX2" fmla="*/ 596900 w 596900"/>
              <a:gd name="connsiteY2" fmla="*/ 178018 h 209768"/>
              <a:gd name="connsiteX0" fmla="*/ 0 w 660400"/>
              <a:gd name="connsiteY0" fmla="*/ 210341 h 280191"/>
              <a:gd name="connsiteX1" fmla="*/ 317500 w 660400"/>
              <a:gd name="connsiteY1" fmla="*/ 791 h 280191"/>
              <a:gd name="connsiteX2" fmla="*/ 660400 w 660400"/>
              <a:gd name="connsiteY2" fmla="*/ 280191 h 280191"/>
              <a:gd name="connsiteX0" fmla="*/ 0 w 736600"/>
              <a:gd name="connsiteY0" fmla="*/ 273055 h 279405"/>
              <a:gd name="connsiteX1" fmla="*/ 393700 w 736600"/>
              <a:gd name="connsiteY1" fmla="*/ 5 h 279405"/>
              <a:gd name="connsiteX2" fmla="*/ 736600 w 736600"/>
              <a:gd name="connsiteY2" fmla="*/ 279405 h 27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279405">
                <a:moveTo>
                  <a:pt x="0" y="273055"/>
                </a:moveTo>
                <a:cubicBezTo>
                  <a:pt x="109008" y="170926"/>
                  <a:pt x="270933" y="-1053"/>
                  <a:pt x="393700" y="5"/>
                </a:cubicBezTo>
                <a:cubicBezTo>
                  <a:pt x="516467" y="1063"/>
                  <a:pt x="646641" y="187859"/>
                  <a:pt x="736600" y="279405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/>
          <p:cNvSpPr/>
          <p:nvPr/>
        </p:nvSpPr>
        <p:spPr>
          <a:xfrm>
            <a:off x="1691680" y="1813199"/>
            <a:ext cx="288032" cy="2880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8" name="Ellipse 7"/>
          <p:cNvSpPr/>
          <p:nvPr/>
        </p:nvSpPr>
        <p:spPr>
          <a:xfrm>
            <a:off x="323528" y="1813199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6">
                    <a:lumMod val="50000"/>
                  </a:schemeClr>
                </a:solidFill>
              </a:rPr>
              <a:t>0</a:t>
            </a:r>
          </a:p>
        </p:txBody>
      </p:sp>
      <p:cxnSp>
        <p:nvCxnSpPr>
          <p:cNvPr id="10" name="Connecteur droit 9"/>
          <p:cNvCxnSpPr>
            <a:stCxn id="8" idx="6"/>
            <a:endCxn id="4" idx="2"/>
          </p:cNvCxnSpPr>
          <p:nvPr/>
        </p:nvCxnSpPr>
        <p:spPr>
          <a:xfrm>
            <a:off x="611560" y="1957215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>
                <a:off x="759493" y="1471793"/>
                <a:ext cx="77784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000" b="0" i="1" smtClean="0">
                            <a:latin typeface="Cambria Math"/>
                          </a:rPr>
                          <m:t>𝑃</m:t>
                        </m:r>
                        <m:r>
                          <a:rPr lang="fr-FR" sz="10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fr-FR" sz="10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000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93" y="1471793"/>
                <a:ext cx="777842" cy="246221"/>
              </a:xfrm>
              <a:prstGeom prst="rect">
                <a:avLst/>
              </a:prstGeom>
              <a:blipFill rotWithShape="1">
                <a:blip r:embed="rId2"/>
                <a:stretch>
                  <a:fillRect t="-4878" r="-8661" b="-121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877346" y="1718014"/>
                <a:ext cx="54854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000" b="0" i="0" smtClean="0">
                              <a:latin typeface="Cambria Math"/>
                            </a:rPr>
                            <m:t>m</m:t>
                          </m:r>
                          <m:r>
                            <a:rPr lang="fr-FR" sz="1000" b="0" i="0" smtClean="0">
                              <a:latin typeface="Cambria Math"/>
                            </a:rPr>
                            <m:t>01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fr-FR" sz="1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000" i="1" smtClean="0">
                              <a:latin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46" y="1718014"/>
                <a:ext cx="548548" cy="246221"/>
              </a:xfrm>
              <a:prstGeom prst="rect">
                <a:avLst/>
              </a:prstGeom>
              <a:blipFill rotWithShape="1">
                <a:blip r:embed="rId3"/>
                <a:stretch>
                  <a:fillRect t="-5000" r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/>
              <p:cNvSpPr txBox="1"/>
              <p:nvPr/>
            </p:nvSpPr>
            <p:spPr>
              <a:xfrm>
                <a:off x="760796" y="2163024"/>
                <a:ext cx="77784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000" b="0" i="1" smtClean="0">
                            <a:latin typeface="Cambria Math"/>
                          </a:rPr>
                          <m:t>𝑃</m:t>
                        </m:r>
                        <m:r>
                          <a:rPr lang="fr-FR" sz="10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fr-FR" sz="10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000" dirty="0"/>
              </a:p>
            </p:txBody>
          </p:sp>
        </mc:Choice>
        <mc:Fallback xmlns="">
          <p:sp>
            <p:nvSpPr>
              <p:cNvPr id="41" name="ZoneTexte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96" y="2163024"/>
                <a:ext cx="777842" cy="246221"/>
              </a:xfrm>
              <a:prstGeom prst="rect">
                <a:avLst/>
              </a:prstGeom>
              <a:blipFill rotWithShape="1">
                <a:blip r:embed="rId4"/>
                <a:stretch>
                  <a:fillRect t="-5000" r="-8661"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0" y="1813200"/>
            <a:ext cx="152400" cy="286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4" name="Connecteur droit 43"/>
          <p:cNvCxnSpPr/>
          <p:nvPr/>
        </p:nvCxnSpPr>
        <p:spPr>
          <a:xfrm>
            <a:off x="152400" y="1957215"/>
            <a:ext cx="171128" cy="0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 flipV="1">
            <a:off x="152400" y="1813200"/>
            <a:ext cx="0" cy="288031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9786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1691680" y="2409245"/>
            <a:ext cx="288032" cy="2880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accent2"/>
                </a:solidFill>
              </a:rPr>
              <a:t>2</a:t>
            </a:r>
            <a:endParaRPr lang="fr-FR" sz="1400" b="1" baseline="-25000" dirty="0">
              <a:solidFill>
                <a:schemeClr val="accent2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323528" y="1813199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6">
                    <a:lumMod val="50000"/>
                  </a:schemeClr>
                </a:solidFill>
              </a:rPr>
              <a:t>0</a:t>
            </a:r>
          </a:p>
        </p:txBody>
      </p:sp>
      <p:cxnSp>
        <p:nvCxnSpPr>
          <p:cNvPr id="10" name="Connecteur droit 9"/>
          <p:cNvCxnSpPr>
            <a:stCxn id="8" idx="5"/>
            <a:endCxn id="4" idx="2"/>
          </p:cNvCxnSpPr>
          <p:nvPr/>
        </p:nvCxnSpPr>
        <p:spPr>
          <a:xfrm>
            <a:off x="569379" y="2059050"/>
            <a:ext cx="1122301" cy="4942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 rot="20294915">
                <a:off x="701499" y="1429981"/>
                <a:ext cx="77784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000" b="0" i="1" smtClean="0">
                            <a:latin typeface="Cambria Math"/>
                          </a:rPr>
                          <m:t>𝑃</m:t>
                        </m:r>
                        <m:r>
                          <a:rPr lang="fr-FR" sz="10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fr-FR" sz="10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000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294915">
                <a:off x="701499" y="1429981"/>
                <a:ext cx="777842" cy="246221"/>
              </a:xfrm>
              <a:prstGeom prst="rect">
                <a:avLst/>
              </a:prstGeom>
              <a:blipFill rotWithShape="1">
                <a:blip r:embed="rId2"/>
                <a:stretch>
                  <a:fillRect t="-5814" r="-5224" b="-34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 rot="20302500">
                <a:off x="884171" y="1583938"/>
                <a:ext cx="54854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000" b="0" i="0" smtClean="0">
                              <a:latin typeface="Cambria Math"/>
                            </a:rPr>
                            <m:t>m</m:t>
                          </m:r>
                          <m:r>
                            <a:rPr lang="fr-FR" sz="1000" b="0" i="0" smtClean="0">
                              <a:latin typeface="Cambria Math"/>
                            </a:rPr>
                            <m:t>01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fr-FR" sz="1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000" i="1" smtClean="0">
                              <a:latin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02500">
                <a:off x="884171" y="1583938"/>
                <a:ext cx="548548" cy="246221"/>
              </a:xfrm>
              <a:prstGeom prst="rect">
                <a:avLst/>
              </a:prstGeom>
              <a:blipFill rotWithShape="1">
                <a:blip r:embed="rId3"/>
                <a:stretch>
                  <a:fillRect t="-11111" r="-1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/>
              <p:cNvSpPr txBox="1"/>
              <p:nvPr/>
            </p:nvSpPr>
            <p:spPr>
              <a:xfrm rot="1457902">
                <a:off x="719076" y="2254771"/>
                <a:ext cx="72558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b="0" dirty="0"/>
                  <a:t>Glissière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000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fr-FR" sz="1000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endParaRPr lang="fr-FR" sz="1000" dirty="0"/>
              </a:p>
            </p:txBody>
          </p:sp>
        </mc:Choice>
        <mc:Fallback xmlns="">
          <p:sp>
            <p:nvSpPr>
              <p:cNvPr id="41" name="ZoneTexte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57902">
                <a:off x="719076" y="2254771"/>
                <a:ext cx="725583" cy="246221"/>
              </a:xfrm>
              <a:prstGeom prst="rect">
                <a:avLst/>
              </a:prstGeom>
              <a:blipFill rotWithShape="1">
                <a:blip r:embed="rId4"/>
                <a:stretch>
                  <a:fillRect r="-13386" b="-2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0" y="1813200"/>
            <a:ext cx="152400" cy="286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4" name="Connecteur droit 43"/>
          <p:cNvCxnSpPr/>
          <p:nvPr/>
        </p:nvCxnSpPr>
        <p:spPr>
          <a:xfrm>
            <a:off x="152400" y="1957215"/>
            <a:ext cx="171128" cy="0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 flipV="1">
            <a:off x="152400" y="1813200"/>
            <a:ext cx="0" cy="288031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Ellipse 12"/>
          <p:cNvSpPr/>
          <p:nvPr/>
        </p:nvSpPr>
        <p:spPr>
          <a:xfrm>
            <a:off x="1691680" y="1268760"/>
            <a:ext cx="288032" cy="2880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accent4"/>
                </a:solidFill>
              </a:rPr>
              <a:t>1</a:t>
            </a:r>
            <a:endParaRPr lang="fr-FR" sz="1400" b="1" baseline="-25000" dirty="0">
              <a:solidFill>
                <a:schemeClr val="accent4"/>
              </a:solidFill>
            </a:endParaRPr>
          </a:p>
        </p:txBody>
      </p:sp>
      <p:cxnSp>
        <p:nvCxnSpPr>
          <p:cNvPr id="15" name="Connecteur droit 14"/>
          <p:cNvCxnSpPr>
            <a:stCxn id="8" idx="7"/>
            <a:endCxn id="13" idx="2"/>
          </p:cNvCxnSpPr>
          <p:nvPr/>
        </p:nvCxnSpPr>
        <p:spPr>
          <a:xfrm flipV="1">
            <a:off x="569379" y="1412776"/>
            <a:ext cx="1122301" cy="442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stCxn id="13" idx="4"/>
            <a:endCxn id="4" idx="0"/>
          </p:cNvCxnSpPr>
          <p:nvPr/>
        </p:nvCxnSpPr>
        <p:spPr>
          <a:xfrm>
            <a:off x="1835696" y="1556792"/>
            <a:ext cx="0" cy="8524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 rot="16200000">
            <a:off x="1496854" y="1859907"/>
            <a:ext cx="10679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00" dirty="0"/>
              <a:t>Poulie – courroie</a:t>
            </a:r>
          </a:p>
        </p:txBody>
      </p:sp>
    </p:spTree>
    <p:extLst>
      <p:ext uri="{BB962C8B-B14F-4D97-AF65-F5344CB8AC3E}">
        <p14:creationId xmlns:p14="http://schemas.microsoft.com/office/powerpoint/2010/main" val="3581523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1813200"/>
            <a:ext cx="152400" cy="286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061610" y="1813199"/>
            <a:ext cx="288032" cy="2880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5" name="Ellipse 4"/>
          <p:cNvSpPr/>
          <p:nvPr/>
        </p:nvSpPr>
        <p:spPr>
          <a:xfrm>
            <a:off x="1799692" y="1813199"/>
            <a:ext cx="288032" cy="2880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6" name="Ellipse 5"/>
          <p:cNvSpPr/>
          <p:nvPr/>
        </p:nvSpPr>
        <p:spPr>
          <a:xfrm>
            <a:off x="2537774" y="1813199"/>
            <a:ext cx="288032" cy="2880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3"/>
                </a:solidFill>
              </a:rPr>
              <a:t>3</a:t>
            </a:r>
          </a:p>
        </p:txBody>
      </p:sp>
      <p:sp>
        <p:nvSpPr>
          <p:cNvPr id="7" name="Ellipse 6"/>
          <p:cNvSpPr/>
          <p:nvPr/>
        </p:nvSpPr>
        <p:spPr>
          <a:xfrm>
            <a:off x="3275856" y="1813199"/>
            <a:ext cx="288032" cy="28803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lipse 7"/>
          <p:cNvSpPr/>
          <p:nvPr/>
        </p:nvSpPr>
        <p:spPr>
          <a:xfrm>
            <a:off x="323528" y="1813199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6">
                    <a:lumMod val="50000"/>
                  </a:schemeClr>
                </a:solidFill>
              </a:rPr>
              <a:t>0</a:t>
            </a:r>
          </a:p>
        </p:txBody>
      </p:sp>
      <p:cxnSp>
        <p:nvCxnSpPr>
          <p:cNvPr id="10" name="Connecteur droit 9"/>
          <p:cNvCxnSpPr>
            <a:stCxn id="8" idx="6"/>
            <a:endCxn id="4" idx="2"/>
          </p:cNvCxnSpPr>
          <p:nvPr/>
        </p:nvCxnSpPr>
        <p:spPr>
          <a:xfrm>
            <a:off x="611560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>
            <a:stCxn id="5" idx="2"/>
            <a:endCxn id="4" idx="6"/>
          </p:cNvCxnSpPr>
          <p:nvPr/>
        </p:nvCxnSpPr>
        <p:spPr>
          <a:xfrm flipH="1">
            <a:off x="1349642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stCxn id="6" idx="2"/>
            <a:endCxn id="5" idx="6"/>
          </p:cNvCxnSpPr>
          <p:nvPr/>
        </p:nvCxnSpPr>
        <p:spPr>
          <a:xfrm flipH="1">
            <a:off x="2087724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stCxn id="7" idx="2"/>
            <a:endCxn id="6" idx="6"/>
          </p:cNvCxnSpPr>
          <p:nvPr/>
        </p:nvCxnSpPr>
        <p:spPr>
          <a:xfrm flipH="1">
            <a:off x="2825806" y="1957215"/>
            <a:ext cx="450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 rot="2700000">
                <a:off x="583745" y="2358459"/>
                <a:ext cx="9017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/>
                          </a:rPr>
                          <m:t>𝑂</m:t>
                        </m:r>
                        <m:r>
                          <a:rPr lang="fr-FR" sz="11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00000">
                <a:off x="583745" y="2358459"/>
                <a:ext cx="901722" cy="261610"/>
              </a:xfrm>
              <a:prstGeom prst="rect">
                <a:avLst/>
              </a:prstGeom>
              <a:blipFill rotWithShape="1">
                <a:blip r:embed="rId2"/>
                <a:stretch>
                  <a:fillRect l="-29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 rot="2700000">
                <a:off x="1329193" y="2358459"/>
                <a:ext cx="9049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/>
                          </a:rPr>
                          <m:t>𝑂</m:t>
                        </m:r>
                        <m:r>
                          <a:rPr lang="fr-FR" sz="11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00000">
                <a:off x="1329193" y="2358459"/>
                <a:ext cx="904991" cy="261610"/>
              </a:xfrm>
              <a:prstGeom prst="rect">
                <a:avLst/>
              </a:prstGeom>
              <a:blipFill rotWithShape="1">
                <a:blip r:embed="rId3"/>
                <a:stretch>
                  <a:fillRect l="-29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 rot="2700000">
                <a:off x="2076276" y="2358459"/>
                <a:ext cx="9049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Pivot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/>
                          </a:rPr>
                          <m:t>𝑂</m:t>
                        </m:r>
                        <m:r>
                          <a:rPr lang="fr-FR" sz="1100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00000">
                <a:off x="2076276" y="2358459"/>
                <a:ext cx="904991" cy="261610"/>
              </a:xfrm>
              <a:prstGeom prst="rect">
                <a:avLst/>
              </a:prstGeom>
              <a:blipFill rotWithShape="1">
                <a:blip r:embed="rId4"/>
                <a:stretch>
                  <a:fillRect l="-29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 rot="2700000">
                <a:off x="2800789" y="2358459"/>
                <a:ext cx="9501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b="0" dirty="0"/>
                  <a:t>Glissière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00000">
                <a:off x="2800789" y="2358459"/>
                <a:ext cx="950132" cy="261610"/>
              </a:xfrm>
              <a:prstGeom prst="rect">
                <a:avLst/>
              </a:prstGeom>
              <a:blipFill rotWithShape="1">
                <a:blip r:embed="rId5"/>
                <a:stretch>
                  <a:fillRect l="-28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necteur droit 40"/>
          <p:cNvCxnSpPr/>
          <p:nvPr/>
        </p:nvCxnSpPr>
        <p:spPr>
          <a:xfrm>
            <a:off x="152400" y="1957215"/>
            <a:ext cx="171128" cy="0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eur droit 42"/>
          <p:cNvCxnSpPr/>
          <p:nvPr/>
        </p:nvCxnSpPr>
        <p:spPr>
          <a:xfrm flipV="1">
            <a:off x="152400" y="1813200"/>
            <a:ext cx="0" cy="288031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eur droit 43"/>
          <p:cNvCxnSpPr>
            <a:stCxn id="7" idx="1"/>
            <a:endCxn id="8" idx="7"/>
          </p:cNvCxnSpPr>
          <p:nvPr/>
        </p:nvCxnSpPr>
        <p:spPr>
          <a:xfrm rot="16200000" flipV="1">
            <a:off x="1943708" y="481051"/>
            <a:ext cx="12700" cy="2748658"/>
          </a:xfrm>
          <a:prstGeom prst="curvedConnector3">
            <a:avLst>
              <a:gd name="adj1" fmla="val 2132134"/>
            </a:avLst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1401732" y="1340768"/>
            <a:ext cx="10839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0" dirty="0"/>
              <a:t>Liaison à définir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5676875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Affichage à l'écran (4:3)</PresentationFormat>
  <Paragraphs>122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44</cp:revision>
  <dcterms:created xsi:type="dcterms:W3CDTF">2018-03-22T21:06:39Z</dcterms:created>
  <dcterms:modified xsi:type="dcterms:W3CDTF">2026-09-28T11:06:05Z</dcterms:modified>
</cp:coreProperties>
</file>