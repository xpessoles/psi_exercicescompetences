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952" y="-4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40AE7C-33B0-A350-F3E2-55C598C5B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C8D55E-AB36-3F5D-2699-8DDA50018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5A3EB3-6DC4-A245-5828-AB3616CD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E7C2CF-AF58-2E19-470F-8E6622D0C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E95131-5814-7DC1-C786-6837F487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46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DF5D8-313E-098D-83C3-DC7F2D69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8D6B27-2B63-049A-3E80-C23FA8171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53C14B-B432-B5D0-9DE5-34B848BFB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67B2B4-3AD8-E661-BFED-03527F95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F9ABA5-7542-0286-47A7-F1823CAB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521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2729AA-A6A4-EA82-D2FE-691AD321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CADAF8-9513-3439-ACAD-01CDC5CEF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8FABB2-77D6-0647-89B8-DAC2D786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6B52F4-5211-336A-F6D3-ACEF7BD9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164617-E8EC-4BB2-2863-40B81A9C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11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1BC8D-3E25-FD50-D499-47994BB6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235F1C-D5EE-419E-6E5C-050BE1CEC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DDC7DA-949C-A695-F5DA-27195B075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33FFCF-2365-FE9B-04A3-4C41AE24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E7DFDC-54A4-5ED6-EF87-7F59F725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ED5830-622D-8901-209A-B09F09B3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47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DA6F9A-89DA-8F33-6613-381A2FD1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FCF706-9B2F-EB5E-C852-CE5937E5D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874C6F-33FD-FA6C-25CF-33CF0EEED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4B5D207-BC76-4B90-A6A1-70EA9E477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3EA574F-0A51-32E9-9E88-1149199CF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1F0A057-7699-FDC7-9C49-3C0CD2A39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E2B0D30-0F6D-8215-837F-9439A399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975F67-B8EE-A85D-DFEC-01760702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959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F3F14-09D1-D7D1-C1FC-4098C000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7542008-56ED-D092-F20A-301F9A1AB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1719DC-0CF4-6008-CFD8-1B6C66FA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CC0E99-657A-3402-FEC1-F28D0B23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48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35E731E-3A2E-0482-5AF9-2840C475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A66C79-E94B-4FDF-AFF0-668EDF1D6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1C2B5E-447C-05EF-75BC-BBBC742A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0274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3C0EB1-31D8-9F92-F95F-C161FB1A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8C4CA4-4E18-56B6-A914-088E521B9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D22404-EB48-1306-5AD6-806A555CC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1DB52E9-0185-1774-E671-871D5D9E5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B341D4-263A-5A42-EF68-E09045AA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66F48B-E8FA-292E-777C-8775CC91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021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5F507C-DEEA-0673-A78A-67C82017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6D4E385-E175-AC25-62E5-B4349FCED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B6E095-3105-C129-4AB7-AB5182250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681551-F1C3-7467-BEB7-0A07649C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50083B-6781-0CAF-5B49-08CC7D12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17F475-131E-D434-325F-B8325732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3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74AD4D-4558-1627-60F4-B5E03917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1259A6-809C-B48C-D0E3-B57D6B3B8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FFA9E7-1013-A7C4-6ED4-F0454A351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37E6B5-3F78-1B50-A582-BE42C55E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608DAF-3812-C4A6-2CFA-60677B6B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2953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AD0D642-D05F-0AFB-B108-72C03B0C6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C9A6866-9491-F48C-DFE1-62E7BA36E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A0256D-D095-150F-6499-31E6A44F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3B6E82-FD62-A8B3-51AF-430B95E7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FD7FEC-EBFB-447D-C633-8020628E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949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B24B47-0EEB-5662-1F57-E58C07BB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C59E20-E08D-572A-0BD2-2FEEAA753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6A1806-0291-FB0F-7C33-78AA35187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C8D56-46F0-4B7F-B313-F3CA911294AA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EE03E-CC02-126E-24E6-5737AE16B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A249C0-3686-2059-6E88-62C28927C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11CCA-8943-46CB-84F5-224C25F702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9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8D9C8-4673-D782-B8B1-93FDA0C3B9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4FE3545-04B0-BBF6-6806-38739F424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6939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4C64228-B048-9FBD-723F-E80ABCD58DFD}"/>
              </a:ext>
            </a:extLst>
          </p:cNvPr>
          <p:cNvCxnSpPr>
            <a:cxnSpLocks/>
          </p:cNvCxnSpPr>
          <p:nvPr/>
        </p:nvCxnSpPr>
        <p:spPr>
          <a:xfrm>
            <a:off x="3964774" y="2081711"/>
            <a:ext cx="1553533" cy="173007"/>
          </a:xfrm>
          <a:prstGeom prst="line">
            <a:avLst/>
          </a:prstGeom>
          <a:noFill/>
          <a:ln w="25400">
            <a:solidFill>
              <a:srgbClr val="C00000"/>
            </a:solidFill>
            <a:headEnd w="sm" len="lg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DE988711-75F0-9BA4-6346-4B463D2C5238}"/>
              </a:ext>
            </a:extLst>
          </p:cNvPr>
          <p:cNvCxnSpPr>
            <a:cxnSpLocks/>
          </p:cNvCxnSpPr>
          <p:nvPr/>
        </p:nvCxnSpPr>
        <p:spPr>
          <a:xfrm>
            <a:off x="3955656" y="4240978"/>
            <a:ext cx="1553533" cy="173007"/>
          </a:xfrm>
          <a:prstGeom prst="line">
            <a:avLst/>
          </a:prstGeom>
          <a:noFill/>
          <a:ln w="25400">
            <a:solidFill>
              <a:schemeClr val="accent4">
                <a:lumMod val="75000"/>
              </a:schemeClr>
            </a:solidFill>
            <a:headEnd w="sm" len="lg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0550429-1643-7191-E66D-386D356E07E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104670" y="4149801"/>
            <a:ext cx="1553533" cy="173007"/>
          </a:xfrm>
          <a:prstGeom prst="line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27D5C9E-82D3-D56A-897E-8ADDD66AA2E0}"/>
              </a:ext>
            </a:extLst>
          </p:cNvPr>
          <p:cNvSpPr/>
          <p:nvPr/>
        </p:nvSpPr>
        <p:spPr>
          <a:xfrm>
            <a:off x="3073110" y="4436499"/>
            <a:ext cx="288000" cy="14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7C2C594-85F7-B26A-3FF1-8E4E8A12127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>
            <a:off x="3212670" y="4257801"/>
            <a:ext cx="0" cy="178698"/>
          </a:xfrm>
          <a:prstGeom prst="lin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CC1884B-9418-4233-C3A3-C6B4917AE89A}"/>
              </a:ext>
            </a:extLst>
          </p:cNvPr>
          <p:cNvCxnSpPr>
            <a:cxnSpLocks/>
          </p:cNvCxnSpPr>
          <p:nvPr/>
        </p:nvCxnSpPr>
        <p:spPr>
          <a:xfrm>
            <a:off x="3073110" y="4435041"/>
            <a:ext cx="288000" cy="0"/>
          </a:xfrm>
          <a:prstGeom prst="lin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Ellipse 3">
            <a:extLst>
              <a:ext uri="{FF2B5EF4-FFF2-40B4-BE49-F238E27FC236}">
                <a16:creationId xmlns:a16="http://schemas.microsoft.com/office/drawing/2014/main" id="{94AE99F7-2825-2DEF-A4FC-2482E6778789}"/>
              </a:ext>
            </a:extLst>
          </p:cNvPr>
          <p:cNvSpPr/>
          <p:nvPr/>
        </p:nvSpPr>
        <p:spPr>
          <a:xfrm>
            <a:off x="3104670" y="4041801"/>
            <a:ext cx="216000" cy="216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3409CD7-F6AA-144B-4F96-30BDE98A8A7E}"/>
              </a:ext>
            </a:extLst>
          </p:cNvPr>
          <p:cNvCxnSpPr>
            <a:cxnSpLocks/>
            <a:stCxn id="14" idx="4"/>
            <a:endCxn id="4" idx="0"/>
          </p:cNvCxnSpPr>
          <p:nvPr/>
        </p:nvCxnSpPr>
        <p:spPr>
          <a:xfrm>
            <a:off x="3212670" y="2100765"/>
            <a:ext cx="0" cy="1941036"/>
          </a:xfrm>
          <a:prstGeom prst="lin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C5B863E5-2A9C-C869-6A91-9A1189512FE1}"/>
              </a:ext>
            </a:extLst>
          </p:cNvPr>
          <p:cNvCxnSpPr>
            <a:cxnSpLocks/>
          </p:cNvCxnSpPr>
          <p:nvPr/>
        </p:nvCxnSpPr>
        <p:spPr>
          <a:xfrm>
            <a:off x="1803400" y="1834593"/>
            <a:ext cx="2854960" cy="320433"/>
          </a:xfrm>
          <a:prstGeom prst="lin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0B2B7F13-C6DF-7A4A-A486-DAFF4920AEC9}"/>
              </a:ext>
            </a:extLst>
          </p:cNvPr>
          <p:cNvSpPr/>
          <p:nvPr/>
        </p:nvSpPr>
        <p:spPr>
          <a:xfrm>
            <a:off x="3104670" y="1884765"/>
            <a:ext cx="216000" cy="216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5937459-18B0-A7D4-E3A1-D747C9BF3973}"/>
              </a:ext>
            </a:extLst>
          </p:cNvPr>
          <p:cNvSpPr/>
          <p:nvPr/>
        </p:nvSpPr>
        <p:spPr>
          <a:xfrm>
            <a:off x="4550203" y="4219041"/>
            <a:ext cx="216000" cy="216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3BA40B0-F8F9-876C-BC9E-93E764B996B7}"/>
              </a:ext>
            </a:extLst>
          </p:cNvPr>
          <p:cNvCxnSpPr>
            <a:cxnSpLocks/>
            <a:stCxn id="23" idx="4"/>
            <a:endCxn id="21" idx="0"/>
          </p:cNvCxnSpPr>
          <p:nvPr/>
        </p:nvCxnSpPr>
        <p:spPr>
          <a:xfrm>
            <a:off x="4658203" y="2278005"/>
            <a:ext cx="0" cy="1941036"/>
          </a:xfrm>
          <a:prstGeom prst="lin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FE3BCA21-A31A-55F8-CE93-A8B4247AB4EA}"/>
              </a:ext>
            </a:extLst>
          </p:cNvPr>
          <p:cNvSpPr/>
          <p:nvPr/>
        </p:nvSpPr>
        <p:spPr>
          <a:xfrm>
            <a:off x="4550203" y="2062005"/>
            <a:ext cx="216000" cy="216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98177292-2306-2B56-81EF-772A59E2265B}"/>
              </a:ext>
            </a:extLst>
          </p:cNvPr>
          <p:cNvSpPr/>
          <p:nvPr/>
        </p:nvSpPr>
        <p:spPr>
          <a:xfrm>
            <a:off x="1639980" y="1711614"/>
            <a:ext cx="254000" cy="254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A2BD4717-E421-AE5A-AB79-92B8F1B7468F}"/>
              </a:ext>
            </a:extLst>
          </p:cNvPr>
          <p:cNvCxnSpPr>
            <a:cxnSpLocks/>
          </p:cNvCxnSpPr>
          <p:nvPr/>
        </p:nvCxnSpPr>
        <p:spPr>
          <a:xfrm>
            <a:off x="4658203" y="3071283"/>
            <a:ext cx="900000" cy="0"/>
          </a:xfrm>
          <a:prstGeom prst="lin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194D7B3-48D1-1951-B0DF-C77D1FD2CA89}"/>
              </a:ext>
            </a:extLst>
          </p:cNvPr>
          <p:cNvSpPr/>
          <p:nvPr/>
        </p:nvSpPr>
        <p:spPr>
          <a:xfrm>
            <a:off x="5393271" y="2906350"/>
            <a:ext cx="329866" cy="32986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68EB8943-2C37-1CFD-1A41-684B243AC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9778" y="1910347"/>
            <a:ext cx="3803367" cy="2347454"/>
          </a:xfrm>
          <a:prstGeom prst="rect">
            <a:avLst/>
          </a:prstGeom>
        </p:spPr>
      </p:pic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2E6028F3-EFCC-43CB-1280-C7564D69B2BE}"/>
              </a:ext>
            </a:extLst>
          </p:cNvPr>
          <p:cNvCxnSpPr>
            <a:cxnSpLocks/>
          </p:cNvCxnSpPr>
          <p:nvPr/>
        </p:nvCxnSpPr>
        <p:spPr>
          <a:xfrm>
            <a:off x="3320670" y="4148309"/>
            <a:ext cx="921130" cy="0"/>
          </a:xfrm>
          <a:prstGeom prst="line">
            <a:avLst/>
          </a:prstGeom>
          <a:noFill/>
          <a:ln w="25400"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341D8F9F-8415-F7C7-174A-1669E7CAB756}"/>
              </a:ext>
            </a:extLst>
          </p:cNvPr>
          <p:cNvCxnSpPr>
            <a:cxnSpLocks/>
          </p:cNvCxnSpPr>
          <p:nvPr/>
        </p:nvCxnSpPr>
        <p:spPr>
          <a:xfrm flipV="1">
            <a:off x="3222414" y="1586702"/>
            <a:ext cx="0" cy="298063"/>
          </a:xfrm>
          <a:prstGeom prst="line">
            <a:avLst/>
          </a:prstGeom>
          <a:noFill/>
          <a:ln w="25400"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41658B8D-ECB6-6B6F-4AD7-CC07D31FD69D}"/>
                  </a:ext>
                </a:extLst>
              </p:cNvPr>
              <p:cNvSpPr txBox="1"/>
              <p:nvPr/>
            </p:nvSpPr>
            <p:spPr>
              <a:xfrm>
                <a:off x="4064892" y="3825721"/>
                <a:ext cx="275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41658B8D-ECB6-6B6F-4AD7-CC07D31F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892" y="3825721"/>
                <a:ext cx="275012" cy="276999"/>
              </a:xfrm>
              <a:prstGeom prst="rect">
                <a:avLst/>
              </a:prstGeom>
              <a:blipFill>
                <a:blip r:embed="rId3"/>
                <a:stretch>
                  <a:fillRect l="-13333" r="-8889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01CBDFA5-9BC3-848A-8647-F18BBD281469}"/>
                  </a:ext>
                </a:extLst>
              </p:cNvPr>
              <p:cNvSpPr txBox="1"/>
              <p:nvPr/>
            </p:nvSpPr>
            <p:spPr>
              <a:xfrm>
                <a:off x="5546229" y="4257801"/>
                <a:ext cx="2696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01CBDFA5-9BC3-848A-8647-F18BBD281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229" y="4257801"/>
                <a:ext cx="269689" cy="276999"/>
              </a:xfrm>
              <a:prstGeom prst="rect">
                <a:avLst/>
              </a:prstGeom>
              <a:blipFill>
                <a:blip r:embed="rId4"/>
                <a:stretch>
                  <a:fillRect l="-13636" r="-9091" b="-130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330D385-7ABD-98A4-DFEF-32CEEF1BA0C3}"/>
                  </a:ext>
                </a:extLst>
              </p:cNvPr>
              <p:cNvSpPr txBox="1"/>
              <p:nvPr/>
            </p:nvSpPr>
            <p:spPr>
              <a:xfrm>
                <a:off x="3320670" y="1466417"/>
                <a:ext cx="2766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330D385-7ABD-98A4-DFEF-32CEEF1BA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670" y="1466417"/>
                <a:ext cx="276679" cy="276999"/>
              </a:xfrm>
              <a:prstGeom prst="rect">
                <a:avLst/>
              </a:prstGeom>
              <a:blipFill>
                <a:blip r:embed="rId5"/>
                <a:stretch>
                  <a:fillRect l="-22222" r="-8889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28F640BA-E1C4-E7A1-75DA-8E92274C12A4}"/>
                  </a:ext>
                </a:extLst>
              </p:cNvPr>
              <p:cNvSpPr txBox="1"/>
              <p:nvPr/>
            </p:nvSpPr>
            <p:spPr>
              <a:xfrm>
                <a:off x="2766356" y="4009809"/>
                <a:ext cx="207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fr-FR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28F640BA-E1C4-E7A1-75DA-8E92274C1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356" y="4009809"/>
                <a:ext cx="207621" cy="276999"/>
              </a:xfrm>
              <a:prstGeom prst="rect">
                <a:avLst/>
              </a:prstGeom>
              <a:blipFill>
                <a:blip r:embed="rId6"/>
                <a:stretch>
                  <a:fillRect l="-29412" r="-26471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4B9F7B65-57DB-38F2-322B-CAC296D27D8F}"/>
                  </a:ext>
                </a:extLst>
              </p:cNvPr>
              <p:cNvSpPr txBox="1"/>
              <p:nvPr/>
            </p:nvSpPr>
            <p:spPr>
              <a:xfrm>
                <a:off x="2901972" y="2043657"/>
                <a:ext cx="2049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4B9F7B65-57DB-38F2-322B-CAC296D27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972" y="2043657"/>
                <a:ext cx="204993" cy="276999"/>
              </a:xfrm>
              <a:prstGeom prst="rect">
                <a:avLst/>
              </a:prstGeom>
              <a:blipFill>
                <a:blip r:embed="rId7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A7126101-DABD-6F37-25BC-1E719EFA67CE}"/>
                  </a:ext>
                </a:extLst>
              </p:cNvPr>
              <p:cNvSpPr txBox="1"/>
              <p:nvPr/>
            </p:nvSpPr>
            <p:spPr>
              <a:xfrm>
                <a:off x="1703288" y="1413211"/>
                <a:ext cx="15277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A7126101-DABD-6F37-25BC-1E719EFA6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288" y="1413211"/>
                <a:ext cx="152770" cy="276999"/>
              </a:xfrm>
              <a:prstGeom prst="rect">
                <a:avLst/>
              </a:prstGeom>
              <a:blipFill>
                <a:blip r:embed="rId8"/>
                <a:stretch>
                  <a:fillRect l="-52000" r="-52000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A6C16E2F-E107-E0A0-5D78-A2215169E75D}"/>
                  </a:ext>
                </a:extLst>
              </p:cNvPr>
              <p:cNvSpPr txBox="1"/>
              <p:nvPr/>
            </p:nvSpPr>
            <p:spPr>
              <a:xfrm>
                <a:off x="4588771" y="1753074"/>
                <a:ext cx="15277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A6C16E2F-E107-E0A0-5D78-A2215169E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771" y="1753074"/>
                <a:ext cx="152770" cy="276999"/>
              </a:xfrm>
              <a:prstGeom prst="rect">
                <a:avLst/>
              </a:prstGeom>
              <a:blipFill>
                <a:blip r:embed="rId9"/>
                <a:stretch>
                  <a:fillRect l="-56000" r="-56000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91CB54BB-CCFB-A233-E5AB-524A68D78F3F}"/>
                  </a:ext>
                </a:extLst>
              </p:cNvPr>
              <p:cNvSpPr txBox="1"/>
              <p:nvPr/>
            </p:nvSpPr>
            <p:spPr>
              <a:xfrm>
                <a:off x="4790594" y="4009015"/>
                <a:ext cx="15277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91CB54BB-CCFB-A233-E5AB-524A68D78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594" y="4009015"/>
                <a:ext cx="152770" cy="276999"/>
              </a:xfrm>
              <a:prstGeom prst="rect">
                <a:avLst/>
              </a:prstGeom>
              <a:blipFill>
                <a:blip r:embed="rId10"/>
                <a:stretch>
                  <a:fillRect l="-56000" r="-44000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19A92A87-2076-D2CE-D761-CC12B028196F}"/>
                  </a:ext>
                </a:extLst>
              </p:cNvPr>
              <p:cNvSpPr txBox="1"/>
              <p:nvPr/>
            </p:nvSpPr>
            <p:spPr>
              <a:xfrm>
                <a:off x="5815918" y="2932783"/>
                <a:ext cx="15277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19A92A87-2076-D2CE-D761-CC12B0281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918" y="2932783"/>
                <a:ext cx="152770" cy="276999"/>
              </a:xfrm>
              <a:prstGeom prst="rect">
                <a:avLst/>
              </a:prstGeom>
              <a:blipFill>
                <a:blip r:embed="rId11"/>
                <a:stretch>
                  <a:fillRect l="-52000" r="-52000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685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Grand écran</PresentationFormat>
  <Paragraphs>13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Pessoles</dc:creator>
  <cp:lastModifiedBy>Xavier Pessoles</cp:lastModifiedBy>
  <cp:revision>1</cp:revision>
  <dcterms:created xsi:type="dcterms:W3CDTF">2026-09-27T12:21:31Z</dcterms:created>
  <dcterms:modified xsi:type="dcterms:W3CDTF">2026-09-27T18:10:00Z</dcterms:modified>
</cp:coreProperties>
</file>